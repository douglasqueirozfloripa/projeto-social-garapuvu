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17"/>
    <p:sldId id="267" r:id="rId1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 · AULA 10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e Kanban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jeitos mais comuns de organizar o trabalho ágil — e o papel do teste neles.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10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sprints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Papéis do Scrum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Scrum Master, time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Cerimônias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reuniões do Scrum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contínuo, quadro e WIP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Kaizen e Dragon Dreaming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sempre e fechar o ciclo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 no ágil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qualidade entra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10 — Scrum e Kanban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Scrum: trabalho em sprints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jeito de trabalhar em ciclos fixos e curtos (sprints), entregando algo pronto ao fim de cada um.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1 a 4 semanas com uma meta clara.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priorizada do que falta fazer.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da sprint, uma fatia do produto pronta e testada.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Inspeciona e adapta: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sprint o time melhora.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reformar a casa por etapas combinadas: 'nestas 2 semanas, deixamos a cozinha pronta'. Ao fim, a cozinha funciona de verdade — não fica pela metade esperando o resto da obra.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entrega valor pronto em ciclos curtos e previsíveis.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10 — Scrum e Kanban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Papéis e artefatos do Scrum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É QUEM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Owner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 prioriza o backlog — a voz do cliente.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Master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o processo e remove impedimentos.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de Desenvolvimento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e testa o incremento (inclui QA).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pode ser feito, priorizado.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Backlog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será feito nesta sprint.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Incremento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pronto da sprint.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10 — Scrum e Kanban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cerimônias do Scrum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REUNIÕES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3045" y="1783080"/>
            <a:ext cx="658368" cy="658368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053" y="19410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 a sprint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24962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90138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4543" y="1783080"/>
            <a:ext cx="658368" cy="65836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551" y="194108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1578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99866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por dia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66460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31636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86041" y="1783080"/>
            <a:ext cx="658368" cy="658368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49" y="194108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23076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41364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o que ficou pronto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807958" y="1554480"/>
            <a:ext cx="1645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B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73134" y="1554480"/>
            <a:ext cx="256717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27539" y="1783080"/>
            <a:ext cx="658368" cy="658368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547" y="19410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64574" y="2560320"/>
            <a:ext cx="238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Retrospectiva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182862" y="3108960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melhorar o processo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20624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Daily (reunião diária)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22960" y="4800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D3C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Rápida, em pé: cada um diz o que fez, o que fará e se está travado. Não é relatório para o chefe — é o time se sincronizando. Para o teste, é onde se avisa que um item está pronto para testar ou que há um bug bloqueando.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1" name="Text 2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10 — Scrum e Kanban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× Kanban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DOIS SABORES DO ÁGIL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(ciclos)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sprints de tempo fixo.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cerimônias definidos.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planejar em ondas.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(fluxo)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contínuo, sem sprints fixas.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visual: A fazer → Fazendo → Feito.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o trabalho em curso (WIP).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cadencia por tempo; Kanban otimiza o fluxo contínuo.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10 — Scrum e Kanban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Kanban: enxergar e limitar o fluxo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o trabalho num quadro e limitar quantas tarefas ficam 'em andamento' ao mesmo tempo.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de colunas: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tarefa é um cartão que anda da esquerda para a direita.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WIP: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itens em curso = termina mais rápido.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Puxar, não empurrar: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pega tarefa nova quando libera espaço.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tempo que cada tarefa leva para ficar pronta.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regra do pedreiro: não comece a reboco da sala enquanto a do quarto não secou. Fazer uma coisa de cada vez termina a obra mais rápido do que abrir todos os cômodos juntos.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o trabalho em curso entrega mais rápido — começar tudo trava tudo.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10 — Scrum e Kanban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49315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591907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420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organiza o trabalho em sprints curtas com meta clara.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21315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311907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140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Papéis: Product Owner, Scrum Master e Time de Desenvolvimento.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293315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031907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2860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Cerimônias: Planning, Daily, Review e Retrospectiva.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65315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751907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580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usa fluxo contínuo, quadro visual e limite de WIP.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37315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47190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300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cadencia por tempo; Kanban otimiza o fluxo.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09315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191907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020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ambos, qualidade é de todos: testar faz parte de cada item.</a:t>
            </a:r>
            <a:endParaRPr lang="en-US" sz="1500" dirty="0"/>
          </a:p>
        </p:txBody>
      </p:sp>
      <p:sp>
        <p:nvSpPr>
          <p:cNvPr id="121" name="Shape 113"/>
          <p:cNvSpPr/>
          <p:nvPr/>
        </p:nvSpPr>
        <p:spPr>
          <a:xfrm>
            <a:off x="640080" y="581315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911907"/>
            <a:ext cx="213970" cy="213970"/>
          </a:xfrm>
          <a:prstGeom prst="rect">
            <a:avLst/>
          </a:prstGeom>
        </p:spPr>
      </p:pic>
      <p:sp>
        <p:nvSpPr>
          <p:cNvPr id="123" name="Text 114"/>
          <p:cNvSpPr/>
          <p:nvPr/>
        </p:nvSpPr>
        <p:spPr>
          <a:xfrm>
            <a:off x="1234440" y="5740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melhora o processo aos poucos; Dragon Dreaming fecha o ciclo até celebrar.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10 — Scrum e Kanban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Framework ágil baseado em sprints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Ciclo curto de trabalho (1–4 semanas)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(PO)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Define e prioriza o backlog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Facilita o processo e remove impedimentos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Lista priorizada de itens a fazer</a:t>
            </a:r>
            <a:endParaRPr lang="en-US" sz="1250" dirty="0"/>
          </a:p>
        </p:txBody>
      </p:sp>
      <p:sp>
        <p:nvSpPr>
          <p:cNvPr id="217" name="Shape 214"/>
          <p:cNvSpPr/>
          <p:nvPr/>
        </p:nvSpPr>
        <p:spPr>
          <a:xfrm>
            <a:off x="502920" y="5577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502920" y="5577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19" name="Text 216"/>
          <p:cNvSpPr/>
          <p:nvPr/>
        </p:nvSpPr>
        <p:spPr>
          <a:xfrm>
            <a:off x="704088" y="5596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Melhoria contínua em passos pequenos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Resultado pronto entregue na sprint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Reunião diária rápida de sincronização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Reunião para melhorar o processo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Método ágil de fluxo contínuo com quadro visual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 In Progress — trabalho em andamento (limitado)</a:t>
            </a:r>
            <a:endParaRPr lang="en-US" sz="1250" dirty="0"/>
          </a:p>
        </p:txBody>
      </p:sp>
      <p:sp>
        <p:nvSpPr>
          <p:cNvPr id="332" name="Shape 329"/>
          <p:cNvSpPr/>
          <p:nvPr/>
        </p:nvSpPr>
        <p:spPr>
          <a:xfrm>
            <a:off x="6263640" y="557784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6263640" y="557784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34" name="Text 331"/>
          <p:cNvSpPr/>
          <p:nvPr/>
        </p:nvSpPr>
        <p:spPr>
          <a:xfrm>
            <a:off x="6464808" y="559612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Dreaming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Sonhar, Planejar, Realizar e Celebrar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10 — Scrum e Kanban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Certified Tester Foundation Level (CTFL) v4.0 — versão em português.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Glossary.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Glossário oficial de termos de teste — glossary.istqb.org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 &amp; Sutherland.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Scrum Guide (scrumguides.org).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Anderson, D.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Kanban: Successful Evolutionary Change.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151376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151376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169664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Croft, J.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Dragon Dreaming — dragondreaming.org (método de desenho de projetos).</a:t>
            </a:r>
            <a:endParaRPr lang="en-US" sz="1300" dirty="0"/>
          </a:p>
        </p:txBody>
      </p:sp>
      <p:sp>
        <p:nvSpPr>
          <p:cNvPr id="417" name="Shape 414"/>
          <p:cNvSpPr/>
          <p:nvPr/>
        </p:nvSpPr>
        <p:spPr>
          <a:xfrm>
            <a:off x="502920" y="484632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418" name="Shape 415"/>
          <p:cNvSpPr/>
          <p:nvPr/>
        </p:nvSpPr>
        <p:spPr>
          <a:xfrm>
            <a:off x="502920" y="484632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19" name="Text 416"/>
          <p:cNvSpPr/>
          <p:nvPr/>
        </p:nvSpPr>
        <p:spPr>
          <a:xfrm>
            <a:off x="731520" y="486460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Imai, M.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Kaizen: The Key to Japan's Competitive Success (1986).</a:t>
            </a:r>
            <a:endParaRPr lang="en-US" sz="1300" dirty="0"/>
          </a:p>
        </p:txBody>
      </p:sp>
      <p:sp>
        <p:nvSpPr>
          <p:cNvPr id="917" name="Shape 914"/>
          <p:cNvSpPr/>
          <p:nvPr/>
        </p:nvSpPr>
        <p:spPr>
          <a:xfrm>
            <a:off x="502920" y="554126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18" name="Shape 915"/>
          <p:cNvSpPr/>
          <p:nvPr/>
        </p:nvSpPr>
        <p:spPr>
          <a:xfrm>
            <a:off x="502920" y="554126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19" name="Text 916"/>
          <p:cNvSpPr/>
          <p:nvPr/>
        </p:nvSpPr>
        <p:spPr>
          <a:xfrm>
            <a:off x="731520" y="555955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praticar: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exemplos aplicados ao nosso app de vagas de freelancer (Floripa / Jaraguá do Sul) nos Módulos 2 e 3.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10 — Scrum e Kanban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Kaizen e Dragon Dreaming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MELHORIA CONTÍNUA E CICLO DO PROJETO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Kaizen (改善)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japonês kai (mudança) + zen (bom): mudança para melhor.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Nasceu no Japão do pós-guerra e ficou famoso no Sistema Toyota de Produção.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melhorias pequenas e constantes valem mais que uma grande reforma — e quem propõe é quem faz o trabalho.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ciclo PDCA: Planejar → Fazer → Checar → Agir.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Dragon Dreaming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de projetos de John Croft e Vivienne Elanta, na Austrália Ocidental (desde os anos 1980).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fases em roda: Sonhar → Planejar → Realizar → Celebrar.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pelo Círculo de Sonhos: todo mundo fala antes de qualquer decisão.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Croft, a fase mais pulada é Celebrar — e é ela que segura as pessoas no projeto.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525780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34009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54761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5349240"/>
            <a:ext cx="9921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melhora COMO o time trabalha; Dragon Dreaming cuida do PORQUÊ e de quem trabalha.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10 — Scrum e Kanban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Onde aplicar no Scrum, no Kanban e no híbrido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 PRÁTICA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· Retrospectiva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motor kaizen do Scrum. Saia da retro com 1 ou 2 melhorias pequenas, com dono e prazo.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· Sprint Backlog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melhoria vira item da sprint, como qualquer outro. O que não é planejado não acontece.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· Evoluir junto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"Melhorar de forma colaborativa" é prática do Kanban: ajuste WIP e políticas com dados de fluxo.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Sonhar · Kickoff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 de Sonhos ao abrir o produto ou o épico: cada pessoa diz o que espera. Vira visão e critérios.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Híbrido · Scrumban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= cadência do Scrum + fluxo do Kanban. Kaizen afina o processo; o Sonho segura o rumo.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Todos · Celebrar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mostra o resultado; celebrar reconhece as pessoas. Em projeto voluntário, isso é sobrevivência.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1 · Aula 10 — Scrum e Kanban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 e Kanban</dc:title>
  <dc:subject>PptxGenJS Presentation</dc:subject>
  <dc:creator>Douglas Adriano Queiroz</dc:creator>
  <cp:lastModifiedBy>Douglas Adriano Queiroz</cp:lastModifiedBy>
  <cp:revision>1</cp:revision>
  <dcterms:created xsi:type="dcterms:W3CDTF">2026-06-22T12:29:46Z</dcterms:created>
  <dcterms:modified xsi:type="dcterms:W3CDTF">2026-06-22T12:29:46Z</dcterms:modified>
</cp:coreProperties>
</file>