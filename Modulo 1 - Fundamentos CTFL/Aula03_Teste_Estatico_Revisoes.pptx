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 · AULA 3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3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estático, revisões e análise de código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defeitos sem nem rodar o software.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estático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Examinar sem executar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revisão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informal ao formal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estática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que leem o código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 do shift-left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defeito no documento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Papéis na revisão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 o quê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que uma revisão pegaria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3 — Teste Estático e Revisões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estático × Teste dinâmico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CONCEITO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Estático (não roda)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 documentos, requisitos e código parado.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Revisões e ferramentas de análise.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defeitos na origem, bem cedo.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Dinâmico (roda)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o software com dados de teste.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o comportamento real.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falhas em tempo de execução.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se completam: o estático previne, o dinâmico comprova.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3 — Teste Estático e Revisões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teste estático?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ESTÁTICO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trabalho (requisitos, projeto, código) examinando — sem executar o software.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Revisões: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leem e comentam o material.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estática: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leem o código procurando problemas.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Cedo demais para rodar?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importa: dá para revisar um requisito antes de existir código.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o que o teste dinâmico não vê: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ambíguo, código morto, padrão violado.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revisar a planta da casa com o engenheiro na mesa, apontando que o cano vai passar onde ficará a tomada — antes de qualquer parede subir. Ninguém precisa ligar a água para ver o problema.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é o teste mais barato que existe: corrige no papel.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3 — Teste Estático e Revisões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revisão: do café ao formal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REVISÕES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colega dá uma olhada rápida. Barato e útil, sem registro formal.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4808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Walkthrough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64808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autor conduz e explica o material para o grupo, que dá feedback.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Revisão técnica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avaliam tecnicamente, buscando consenso.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08776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4808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Inspeção (formal)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64808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rígido, com papéis, métricas e regras. Acha mais defeitos.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3 — Teste Estático e Revisões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 uma revisão formal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 DE REVISÃO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9462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70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Planejar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escopo e critérios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177796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442972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37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34412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Iniciar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552700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 material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07212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337304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18126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134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28744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Revisar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447032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analisa e anota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966460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6231636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12458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466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23076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Discutir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341364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Reunião: registrar achados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86079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8125968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06790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798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17408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Corrigir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235696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ajusta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755124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27"/>
          <p:cNvSpPr/>
          <p:nvPr/>
        </p:nvSpPr>
        <p:spPr>
          <a:xfrm>
            <a:off x="10020300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501122" y="1783080"/>
            <a:ext cx="658368" cy="658368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9130" y="1941088"/>
            <a:ext cx="342351" cy="34235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11740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Encerrar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10130028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critérios de saída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Papéis na revisão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(criou o material), Moderador/Facilitador (conduz), Revisores (analisam), Escriba (registra os achados) e Gerente (apoia o processo). Em time pequeno, uma pessoa acumula papéis.</a:t>
            </a:r>
            <a:endParaRPr lang="en-US" sz="1350" dirty="0"/>
          </a:p>
        </p:txBody>
      </p:sp>
      <p:sp>
        <p:nvSpPr>
          <p:cNvPr id="42" name="Shape 3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43" name="Text 3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3 — Teste Estático e Revisões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estática: a máquina lendo o código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examinam o código-fonte automaticamente, sem executá-lo, e apontam riscos.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avisam sobre estilo e erros comuns (ex.: variável não usada).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(SAST):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apontam padrões perigosos (ex.: senha no código).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complexidade, código duplicado, código morto.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esteira de CI: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rodam a cada envio de código, automaticamente.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corretor ortográfico do texto: ele não garante que a redação está boa, mas pega na hora os erros bobos que passariam batido.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estática + revisão humana pegam defeitos antes de virarem falhas.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3 — Teste Estático e Revisões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 de análise estática (exemplos)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 PRÁTICA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ESLint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 de JS/TS: aponta erros e más práticas (variável não usada, usar === no lugar de ==). É o que rodaríamos no app da Garapuvu.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Prettier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Formatador: padroniza espaços, aspas e ponto e vírgula automaticamente. Não acha bugs — deixa o código uniforme no time.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(tsc)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de tipos: pega erros antes de rodar, ex.: passar texto onde se espera número (placar do app da Copa).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SonarQube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qualidade: bugs, 'code smells', vulnerabilidades, código duplicado e cobertura — tudo num painel.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Stylelint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'ESLint do CSS': encontra erros e inconsistências nas folhas de estilo.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npm audit / Dependabot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 bibliotecas com falhas de segurança conhecidas nas dependências do projeto.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3 — Teste Estático e Revisões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a ferramenta aponta um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 VISUAL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a saída real de um linter: ele diz o arquivo, a linha:coluna, a severidade e a regra violada. O SonarQube resume a saúde do projeto num painel.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858000" cy="3657600"/>
          </a:xfrm>
          <a:prstGeom prst="roundRect">
            <a:avLst>
              <a:gd name="adj" fmla="val 2000"/>
            </a:avLst>
          </a:prstGeom>
          <a:solidFill>
            <a:srgbClr val="1E2233"/>
          </a:solidFill>
          <a:ln/>
          <a:effectLst>
            <a:outerShdw sx="100000" sy="100000" kx="0" ky="0" algn="bl" rotWithShape="0" blurRad="101600" dist="25400" dir="5400000">
              <a:srgbClr val="1B3A1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6858000" cy="310896"/>
          </a:xfrm>
          <a:prstGeom prst="rect">
            <a:avLst/>
          </a:prstGeom>
          <a:solidFill>
            <a:srgbClr val="2A2F4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5740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205740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07008" y="205740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96596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ESLint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6400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eslint src/vaga.js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B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src/vaga.js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3:7   error    Expected '===' and instead saw '=='   eqeqeq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5:9   error    'precoFinal' is assigned but never used   no-unused-vars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8:3   warning  Unexpected console statement   no-console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✖ 3 problems (2 errors, 1 warning)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35240" y="196596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21305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SonarQube — Quality Gate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532888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FBE3E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5328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30449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698480" y="306324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EF6C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698480" y="3063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0" y="35021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698480" y="352044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69848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0" y="3959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698480" y="397764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9A825"/>
          </a:solidFill>
          <a:ln/>
        </p:spPr>
      </p:sp>
      <p:sp>
        <p:nvSpPr>
          <p:cNvPr id="24" name="Text 22"/>
          <p:cNvSpPr/>
          <p:nvPr/>
        </p:nvSpPr>
        <p:spPr>
          <a:xfrm>
            <a:off x="10698480" y="3977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63840" y="4416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698480" y="443484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10698480" y="4434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63840" y="48737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Duplicação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698480" y="489204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1069848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806440"/>
            <a:ext cx="11109960" cy="658368"/>
          </a:xfrm>
          <a:prstGeom prst="roundRect">
            <a:avLst>
              <a:gd name="adj" fmla="val 13889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" y="5852160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5988223"/>
            <a:ext cx="294803" cy="294803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508760" y="5897880"/>
            <a:ext cx="9921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estática mostra exatamente ONDE e O QUÊ corrigir — antes de rodar o sistema.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3 — Teste Estático e Revisões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Linter, formatador e checador de tipos: papéis diferentes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CONFUNDA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todos 'análise estática' (leem o código sem rodar), mas resolvem coisas distintas.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 (ESLint/Stylelint):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caça erros e más práticas — qualidade e bugs.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Formatador (Prettier):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arruma a aparência do código — não julga lógica.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Checador de tipos (TypeScript):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os tipos batem (número × texto).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 no CI: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rodam a cada commit; se algo falha, a esteira barra antes do merge.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formatador é quem alinha as margens do texto; o linter é o revisor que aponta erros de concordância; o checador de tipos confere se você não somou 'laranjas' com 'palavras'. Três revisores, três funções.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Formatar ≠ encontrar bug ≠ checar tipo — use os três, são complementares.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3 — Teste Estático e Revisões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Bugs que uma revisão teria pego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graves de software muitas vezes nascem de poucas linhas que uma boa revisão ou análise estática apontaria.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'goto fail' (Apple, 2014)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duplicada por engano fez a verificação de segurança de conexões (SSL) ser pulada. Milhões de dispositivos ficaram vulneráveis. Uma revisão de código atenta pegaria a linha repetida.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Heartbleed (2014)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defeito numa biblioteca de criptografia muito usada expôs senhas e dados de milhões de sites. Análise estática e revisão ajudam a evitar esse tipo de erro de manipulação de memória.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crítico o software, mais valem revisões e análise estática rigorosas.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3 — Teste Estático e Revisões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estático acha defeitos sem executar o software.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requisitos e projeto é o teste mais barato — corrige na origem.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Revisões vão do informal à inspeção formal (que acha mais defeitos).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revisão tem papéis: autor, moderador, revisores e escriba.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estática usa ferramentas para ler o código automaticamente.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como 'goto fail' e Heartbleed mostram o valor de revisar código.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3 — Teste Estático e Revisões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estático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Avaliar requisitos/código sem executar o software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dinâmico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Executar o software para observar seu comportamento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Avaliação de um documento/código por pessoas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Revisão guiada pelo autor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Revisão formal, com regras e métricas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02920" y="557784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2920" y="557784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704088" y="559612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estática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 que examina o código sem executá-lo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Aponta erros e más práticas no código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Linter de JavaScript/TypeScript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Formatador automático de código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Adiciona checagem de tipos ao JavaScript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7" name="Text 34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Plataforma de qualidade e segurança de código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6263640" y="557784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63640" y="557784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0" name="Text 37"/>
          <p:cNvSpPr/>
          <p:nvPr/>
        </p:nvSpPr>
        <p:spPr>
          <a:xfrm>
            <a:off x="6464808" y="559612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Análise estática de segurança do código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42" name="Text 3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3 — Teste Estático e Revisões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Certified Tester Foundation Level (CTFL) v4.0 — versão em português.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Glossary.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Glossário oficial de termos de teste — glossary.istqb.org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CTFL 4.0 — Cap. 3.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Teste Estático (revisões e técnicas de análise).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oficiais.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ESLint, Prettier, TypeScript e SonarQube (sites oficiais).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151376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151376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169664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praticar: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exemplos aplicados ao nosso app de vagas de freelancer (Floripa / Jaraguá do Sul) nos Módulos 2 e 3.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3 — Teste Estático e Revisões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 estático, revisões e análise de código</dc:title>
  <dc:subject>PptxGenJS Presentation</dc:subject>
  <dc:creator>Douglas Adriano Queiroz</dc:creator>
  <cp:lastModifiedBy>Douglas Adriano Queiroz</cp:lastModifiedBy>
  <cp:revision>1</cp:revision>
  <dcterms:created xsi:type="dcterms:W3CDTF">2026-06-22T18:12:52Z</dcterms:created>
  <dcterms:modified xsi:type="dcterms:W3CDTF">2026-06-22T18:12:52Z</dcterms:modified>
</cp:coreProperties>
</file>