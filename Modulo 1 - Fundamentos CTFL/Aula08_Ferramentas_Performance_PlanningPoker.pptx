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Ferramentas, performance e Planning Poker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automatizar, como medir desempenho e como estimar em time.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teste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tipo faz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vale automatizar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performance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e carga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carga/stress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Aguentar o tranco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em equipe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da automação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comuns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ferramentas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de teste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Organizam casos, execuções e bugs (ex.: planilhas, TestRail, Jira).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funcional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testes sozinhas (ex.: Selenium, Cypress, Playwright).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API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serviços por trás da tela (ex.: Postman, Insomnia).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 muitos usuários (ex.: JMeter, k6).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estática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Leem o código (ex.: SonarQube, linters).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Orquestram a esteira (ex.: GitHub Actions, GitLab CI).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Automação: quando vale a pena?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DE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é ótima para testes repetitivos e estáveis — não para tudo.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automatizar: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regressão, fluxos críticos, testes que rodam toda hora.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manual: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exploratórios, usabilidade, telas que mudam muito.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dá trabalho para criar e manter.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rapidez, consistência e rodar a cada commit.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é como instalar um sensor de fumaça: caro de instalar uma vez, mas depois vigia sozinho 24h. Não faz sentido automatizar o que você só vai checar uma única vez na vida.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o que se repete; deixe a cabeça humana para o que exige julgamento.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NÃO-FUNCIONAL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o sistema responde rápido e aguenta o volume esperado.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carga: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usuários ao mesmo tempo — aguenta o movimento normal?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stress: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empurrar além do limite — onde e como ele quebra?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pico/picos: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repentina de acessos (ex.: campanha viral).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resposta, throughput, uso de CPU/memória.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testar a ponte: por ela passar um carro (1 usuário) tudo bem. Mas e 500 caminhões ao mesmo tempo (carga)? E o dobro do peso máximo (stress)? Melhor descobrir no teste do que com a ponte cheia.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se testa ANTES do dia de maior movimento, não durante.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Poker: estimar em equipe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ESTIMATIVA ÁGIL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Explica-se a tarefa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tira dúvidas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escolhe uma carta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Revela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mostram juntos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Discute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 menor explicam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Consenso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até convergir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cartas (1, 2, 3, 5, 8, 13...)?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(sequência de Fibonacci) crescem porque tarefas grandes têm mais incerteza. Votar escondido evita que o mais experiente influencie os outros. Estima-se o TAMANHO relativo, não horas exatas.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falta teste de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funcionam com pouca gente podem ruir no dia de pico — quando mais importam.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Lançamentos que travam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apps e sites de ingressos/varejo já saíram do ar em estreias e promoções por não suportar a multidão. Cada minuto fora do ar é venda e reputação perdidas.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de saúde sob carga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picos (como uma pandemia), sistemas hospitalares lentos ou fora do ar atrasam atendimento. Performance, aqui, afeta vidas.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é confiabilidade: teste a carga antes que o usuário a traga.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ferramentas para gestão, automação, API, performance, análise e CI/CD.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o repetitivo e estável; mantenha manual o que exige julgamento.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tem custo de criar e manter — escolha com critério.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carga (movimento normal), stress (além do limite) e pico.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estima tamanho relativo em equipe, sem influência.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teste de carga derruba sistemas justo no dia de maior uso.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Usar software para executar testes automaticamente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Selenium/Cypress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Ferramentas de automação de testes de interface web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Postman/Insomnia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Ferramentas para testar APIs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Comportamento de velocidade e capacidade do sistema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carga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Avaliar o sistema sob volume normal de uso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stress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Levar o sistema além do limite para ver onde quebra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Quantidade de transações processadas por tempo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Técnica de estimativa em equipe com cartas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Sequência (1,2,3,5,8,13...) usada nas cartas de estimativa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JMeter/k6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Ferramentas de teste de performance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6.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Ferramentas de Teste (apoio e automação).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M.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Agile Estimating and Planning (Planning Poker).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8 — Ferramentas, Performance e Planning Poker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Ferramentas, performance e Planning Poker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