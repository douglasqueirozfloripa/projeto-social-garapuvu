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401A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4401A"/>
                </a:solidFill>
                <a:latin typeface="Trebuchet MS"/>
              </a:rPr>
              <a:t>Quanto mais tarde acha o bug, mais caro fica (escala relativa)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de corrigir 1 defeito</c:v>
                </c:pt>
              </c:strCache>
            </c:strRef>
          </c:tx>
          <c:spPr>
            <a:solidFill>
              <a:srgbClr val="7CB3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3A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B3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6C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Requisito</c:v>
                  </c:pt>
                  <c:pt idx="1">
                    <c:v>Código</c:v>
                  </c:pt>
                  <c:pt idx="2">
                    <c:v>Teste</c:v>
                  </c:pt>
                  <c:pt idx="3">
                    <c:v>Produção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15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3A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9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9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Fundamentos, riscos e estratégias de teste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qualidade de software, por que testamos e como o risco guia tudo. Base do CTFL.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303" y="194657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7393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teste?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2140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central, sem complicação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5544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10512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194657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7393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Erro, defeito e falha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12140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palavras que confundem muita gente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227832"/>
            <a:ext cx="566928" cy="56692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336389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912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× depuração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353872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 quê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29718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37960" y="3227832"/>
            <a:ext cx="566928" cy="56692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023" y="3363895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1912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testar?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353872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não testar (casos reais)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3891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4645152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478121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60857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7 princípios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08760" y="49560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'leis' do teste de software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309360" y="438912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37960" y="4645152"/>
            <a:ext cx="566928" cy="566928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4023" y="4781215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460857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e estratégia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69480" y="495604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que mais importa primeiro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teste de software?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é verificar se o software faz o que deveria — e descobrir onde ele falha — ANTES do usuário final usar.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NÃO é só apertar botões.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Inclui: planejar, projetar casos de teste, executar, comparar o resultado obtido com o esperado e relatar.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parte dinâmica (rodar o sistema) e estática (revisar documentos e código sem rodar).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 nova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morar, você abre cada torneira, testa as tomadas, liga e desliga as luzes e confere se a porta tranca. Não espera o problema aparecer morando lá. Teste de software é a mesma vistoria — só que no sistema.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é dar uma 'vistoria' no software para achar problemas enquanto ainda é barato consertar.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que serve testar?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DO TESTE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19868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Encontrar defeitos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problemas antes do cliente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5544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182880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160" y="19868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 confiança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que o sistema funciona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93024" y="155448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67344" y="182880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352" y="19868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Reduzir risco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67344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prejuízo e dor de cabeça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397764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68" y="413564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727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Cumprir requisitos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o que foi combinado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70832" y="37033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45152" y="3977640"/>
            <a:ext cx="658368" cy="65836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3160" y="4135648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727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Apoiar decisões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45152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informação pra decidir lançar ou não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93024" y="370332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67344" y="3977640"/>
            <a:ext cx="658368" cy="658368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352" y="4135648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67344" y="4727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Evitar regressões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67344" y="5074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o novo não quebrou o antigo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 × Defeito × Falha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 E EFEITO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8672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 (engano)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erra. Ex.: o dev entende mal a regra e troca '&gt;' por '&lt;'.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77640" y="1463040"/>
            <a:ext cx="411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343400" y="1463040"/>
            <a:ext cx="33832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69164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85" y="18672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DEFEITO (bug)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26060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engano vira um problema no código. O '&lt;' errado fica gravado no sistema.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0" y="1463040"/>
            <a:ext cx="411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8138160" y="1463040"/>
            <a:ext cx="33832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1691640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5" y="186720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FALHA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12480" y="26060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se comporta errado pro usuário. Ex.: aprova um cadastro que deveria recusar.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4297680"/>
            <a:ext cx="11109960" cy="1691640"/>
          </a:xfrm>
          <a:prstGeom prst="roundRect">
            <a:avLst>
              <a:gd name="adj" fmla="val 5405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52628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69087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00200" y="44988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600200" y="4919472"/>
            <a:ext cx="982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pedreiro lê a planta errado (ERRO) → constrói a parede no lugar errado (DEFEITO) → quando você abre a porta, ela bate na parede (FALHA). Nem todo defeito vira falha: se ninguém abre aquela porta, a parede errada nunca atrapalha — por isso testamos onde mais se usa.</a:t>
            </a:r>
            <a:endParaRPr lang="en-US" sz="1450" dirty="0"/>
          </a:p>
        </p:txBody>
      </p:sp>
      <p:sp>
        <p:nvSpPr>
          <p:cNvPr id="26" name="Shap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7" name="Text 21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Testar não é consertar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× DEPURAÇÃO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o problema (a falha).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"o sistema faz o que deveria?"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feito por quem testa (QA).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37360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8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83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6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DEPURAÇÃO (DEBUG)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46520" y="2697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a causa e CORRIGE o defeito.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"por que isso quebrou e como arrumo?"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feito por quem desenvolve (dev).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aponta o sintoma; a depuração trata a doença. São papéis diferentes que trabalham juntos.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Quanto custa NÃO testar?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OS TESTES SÃO NECESSÁRIOS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55448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55080" y="1554480"/>
            <a:ext cx="91440" cy="132588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664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6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Ariane 5 (1996)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0" y="20116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de conversão de número derrubou um foguete de US$ 370 milhões em 37 segundos.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301752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3017520"/>
            <a:ext cx="91440" cy="132588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6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Knight Capital (2012)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583680" y="34747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bug em produção custou US$ 440 milhões em 45 minutos de negociações erradas.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448056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55080" y="4480560"/>
            <a:ext cx="91440" cy="132588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4590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6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nosso app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583680" y="49377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cadastrar uma vaga de freela com salário negativo só porque ninguém testou o campo.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um bug custa vidas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CRÍTICO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sistemas de saúde, aviação ou transporte, um defeito que escapa dos testes não causa só prejuízo — pode matar. Por isso esses sistemas são testados com rigor extremo.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Therac-25 — saúde (1985–87)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máquina de radioterapia. Um defeito de software (condição de corrida) liberava doses de radiação centenas de vezes maiores que o previsto. Ao menos 6 pacientes sofreram overdoses graves, com mortes confirmadas.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Boeing 737 MAX — aviação (2018–19)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software e de projeto no sistema MCAS empurrava o nariz do avião para baixo com base em um único sensor. Duas quedas (Lion Air 610 e Ethiopian 302) mataram 346 pessoas.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'o que mais importa primeiro' não é só economia: em software crítico, é segurança de vidas. Quanto maior o impacto da falha, mais teste ela merece.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7 princípios do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PRINCÍPIOS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367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5087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mostra a presença de defeitos  </a:t>
            </a:r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Achar bugs prova que existem; não achar não prova que não há.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4406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6367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5087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exaustivo é impossível  </a:t>
            </a:r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Não dá pra testar tudo. Foque no que importa (risco).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54406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5511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4231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cedo economiza  </a:t>
            </a:r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Quanto antes testar, mais barato (shift-left).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54406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25511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24231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se agrupam  </a:t>
            </a:r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Poucos módulos concentram a maioria dos bugs.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54406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4655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3375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o paradoxo do pesticida  </a:t>
            </a:r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Repetir os mesmos testes para de achar bugs novos.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291840"/>
            <a:ext cx="54406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34655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33375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depende do contexto  </a:t>
            </a:r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Testar um banco ≠ testar um joguinho.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11109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37997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25196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erros é uma ilusão  </a:t>
            </a:r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Software sem bugs, mas inútil pro usuário, falhou mesmo assim.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trabalho de testar, passo a passo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ATIVIDADES · TESTWARE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64792" cy="228600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17830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187" y="19366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Planejamento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 que, como e quando testar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286000" y="155448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423160" y="1554480"/>
            <a:ext cx="1764792" cy="228600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90088" y="17830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707" y="193669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2514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Monitoramento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514600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e controlar o progresso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60520" y="155448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4297680" y="1554480"/>
            <a:ext cx="1764792" cy="228600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64608" y="17830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227" y="193669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89120" y="2514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&amp; Design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389120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o que testar e criar os casos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035040" y="155448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6172200" y="1554480"/>
            <a:ext cx="1764792" cy="228600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39128" y="17830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747" y="193669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63640" y="2514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Implementação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263640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dados e ambiente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909560" y="155448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2"/>
          <p:cNvSpPr/>
          <p:nvPr/>
        </p:nvSpPr>
        <p:spPr>
          <a:xfrm>
            <a:off x="8046720" y="1554480"/>
            <a:ext cx="1764792" cy="228600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13648" y="17830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7267" y="193669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38160" y="2514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Execução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138160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os testes e comparar resultados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784080" y="1554480"/>
            <a:ext cx="228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27"/>
          <p:cNvSpPr/>
          <p:nvPr/>
        </p:nvSpPr>
        <p:spPr>
          <a:xfrm>
            <a:off x="9921240" y="1554480"/>
            <a:ext cx="1764792" cy="228600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488168" y="17830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1787" y="1936699"/>
            <a:ext cx="332842" cy="33284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12680" y="2514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Conclusão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012680" y="297180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Relatar, arquivar e aprender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48640" y="4160520"/>
            <a:ext cx="11109960" cy="1783080"/>
          </a:xfrm>
          <a:prstGeom prst="roundRect">
            <a:avLst>
              <a:gd name="adj" fmla="val 5128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Testware = tudo que produzimos para testar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de teste, casos de teste, dados de teste, scripts, relatórios de bug. A rastreabilidade liga cada teste ao requisito que ele cobre — assim sabemos o que já foi testado e o que falta.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43" name="Text 3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testa e como se organizam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PAPÉIS E BOAS PRÁTICAS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685800" cy="6858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11680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Dois papéis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teste (planeja e organiza) e Teste (analisa, projeta e executa). Numa equipe pequena, a mesma pessoa pode fazer os dois.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5544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847088"/>
            <a:ext cx="685800" cy="68580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11680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 a equipe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01968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é responsabilidade de todos: dev, testador, PO e design colaboram desde o início.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995928"/>
            <a:ext cx="685800" cy="6858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160520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23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Independência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olhar 'de fora' acha o que o autor não vê. Mas ninguém precisa ser inimigo: testamos o produto, não a pessoa.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70332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3995928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160520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23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Habilidades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01968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crítico, atenção a detalhes, boa comunicação e curiosidade valem tanto quanto a parte técnica.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Risco: testar primeiro o que mais importa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 DE TESTE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não dá pra testar tudo (princípio 2), priorizamos pelo RISCO = probabilidade de quebrar × impacto se quebrar.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685800" cy="68580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5420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957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de produto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108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software falhar e prejudicar o usuário. Ex.: o app aceitar login com senha errada.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377440"/>
            <a:ext cx="685800" cy="68580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5420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3957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de projeto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01968" y="3108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atrapalhar a entrega. Ex.: atraso, falta de gente, requisito mal definido.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29768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46227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27024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00200" y="4690872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revisa com mais cuidado a fechadura da porta da rua (alto risco: se falhar, entra ladrão) do que a maçaneta do armário da despensa. No software é igual: login e pagamento antes da cor de um botão.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548640" y="5349240"/>
            <a:ext cx="11109960" cy="640080"/>
          </a:xfrm>
          <a:prstGeom prst="roundRect">
            <a:avLst>
              <a:gd name="adj" fmla="val 1428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53858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5521879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440680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baseada em risco = gastar o tempo de teste onde a falha doeria mais.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 1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é vistoriar o software para achar problemas cedo, quando consertar é barato.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(engano) → Defeito (bug no código) → Falha (comportamento errado pro usuário).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(achar) é diferente de depurar (corrigir).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tarde o bug é achado, mais caro: do requisito à produção pode custar 100×.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7 princípios — destaque: teste exaustivo é impossível, então priorize por risco.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é de toda a equipe; um olhar independente ajuda a enxergar o que o autor não vê.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Certified Tester Foundation Level — certificação base de testes (ISTQB)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450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68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Comitê internacional que define o padrão de certificação de testes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52958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52958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54787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Quality Assurance — garantia da qualidade (o processo todo)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608576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608576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626864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Quality Control — controle da qualidade (achar defeitos, ex.: testar)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568756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568756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570585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Apelido informal para defeito no software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Depuração: achar a causa de um defeito e corrigi-lo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System Under Test — o sistema que está sendo testado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Testware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Tudo que se produz para testar: planos, casos, dados, scripts, relatórios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4133088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133088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4151376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Testar o quanto antes no processo, para baratear correções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521208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521208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523036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Conjunto de entradas, ações e resultado esperado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804672"/>
          </a:xfrm>
          <a:prstGeom prst="roundRect">
            <a:avLst>
              <a:gd name="adj" fmla="val 11364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8046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 Capítulo 1: Fundamentos de Teste. Base principal desta aula.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322576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22576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340864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01752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1752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03580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Leveson, N. &amp; Turner, C. (1993).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Investigation of the Therac-25 Accidents. IEEE Computer, v.26 — caso clássico de software crítico em saúde.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71246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71246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73075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oficiais 737 MAX.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KNKT (Lion Air JT610, 2018) e AIB Etiópia (Ethiopian ET302, 2019) — investigações das quedas.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40740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40740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42569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Ariane 5 Flight 501 Inquiry Board (1996).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Relatório oficial da falha do voo inaugural — referência sobre custo de defeitos.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510235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" y="510235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512064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test-cases e exemplos serão aplicados no nosso app de vagas de freelancer (Floripa / Jaraguá do Sul) nos Módulos 2 e 3.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 — Fundamentos de Teste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 — Fundamentos, riscos e estratégias de teste</dc:title>
  <dc:subject>PptxGenJS Presentation</dc:subject>
  <dc:creator>Douglas Adriano Queiroz</dc:creator>
  <cp:lastModifiedBy>Douglas Adriano Queiroz</cp:lastModifiedBy>
  <cp:revision>1</cp:revision>
  <dcterms:created xsi:type="dcterms:W3CDTF">2026-06-22T12:02:29Z</dcterms:created>
  <dcterms:modified xsi:type="dcterms:W3CDTF">2026-06-22T12:02:29Z</dcterms:modified>
</cp:coreProperties>
</file>