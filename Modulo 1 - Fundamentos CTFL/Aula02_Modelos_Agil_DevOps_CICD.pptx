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de desenvolvimento, Ágil, DevOps e CI/CD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jeito de construir software muda o jeito de testar.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de desenvolvimento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Cascata × iterativo × ágil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Ágil na prática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em pequenos ciclos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 operação no mesmo time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 entregar automático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Shift-left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desde o começo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Retrospectivas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a cada ciclo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Cascata × Ágil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DE DESENVOLVIMENTO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Cascata (sequencial)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em ordem: requisito → projeto → código → teste.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só no fim — defeitos aparecem tarde e caros.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quando os requisitos quase não mudam.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Ágil (iterativo)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pequenas e frequentes (sprints).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a cada ciclo — feedback rápido.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Abraça mudanças de requisito.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iterativo o desenvolvimento, mais cedo e mais vezes testamos.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desenvolvimento Ágil?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ÁGIL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software em ciclos curtos, mostrando resultado de verdade ao cliente o tempo todo.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 entrega uma fatia funcionando.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Colaborativo: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dev, teste e design conversam sempre.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Adaptável: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a prioridade? replaneja o próximo ciclo.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contínua: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faz parte de cada entrega, não é etapa final.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casa cômodo por cômodo, já morando no que ficou pronto e ajustando o próximo cômodo conforme a família usa — em vez de entregar a casa inteira só no fim e descobrir que a cozinha ficou pequena.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= entregar valor aos poucos e corrigir o rumo cedo.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DevOps: dev e operação no mesmo barco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462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70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código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77796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442972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37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4412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52700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e empacotar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07212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37304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18126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34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28744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47032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automáticos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231636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12458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466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23076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41364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6079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8125968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06790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798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17408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235696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em produção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55124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1002030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501122" y="1783080"/>
            <a:ext cx="658368" cy="658368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9130" y="194108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1174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13002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e repetir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quebra o muro entre 'quem cria' e 'quem mantém'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o dev jogava o código 'por cima do muro' para a operação e lavava as mãos. No DevOps o mesmo time cria, publica e cuida do software rodando — com muita automação e testes no caminho.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43" name="Text 3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CI/CD: integrar e entregar no automático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INTEGRAÇÃO E ENTREGA CONTÍNUAS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alguém envia código, uma 'esteira' automática compila, testa e prepara a entrega.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(Integração Contínua):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o código de todos várias vezes ao dia, rodando testes a cada envio.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(Entrega/Implantação Contínua):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a versão pronta para publicar (ou publicar) automaticamente.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de etapas automáticas (build → testes → deploy).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aparecem em minutos, não em meses.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uma esteira de obra: cada tijolo (código novo) passa por um inspetor automático que confere o nível e o prumo antes de assentar. Se um tijolo está torto, a esteira para na hora.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transforma teste em algo que roda sozinho, o tempo todo.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Shift-left: empurrar o teste para o começo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SHIFT-LEFT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quanto antes — até nos requisitos e no projeto — em vez de só no final.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requisitos: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requisito ambíguo é um bug barato de corrigir.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enquanto se programa: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nascem junto com o código.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surpresas caras perto da entrega.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a planta e o terreno ANTES de levantar a parede é muito mais barato do que derrubar a parede depois de pronta.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cedo custa pouco; errar em produção custa caro (lembra o gráfico da Aula 1).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o deploy dá errado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testes e controle na esteira de entrega, uma única publicação pode causar estragos enormes.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Knight Capital (2012)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atualização publicada sem os devidos testes/controle ativou código antigo em produção. Em 45 minutos, a empresa perdeu US$ 440 milhões — quase faliu.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Atualização que paralisa (2024)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atualização defeituosa distribuída em massa por um fornecedor de segurança derrubou milhões de computadores no mundo, afetando aeroportos, hospitais e bancos. Mostra o risco de publicar sem validação suficiente.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acelera entregas — mas só é seguro com testes automáticos e plano de rollback (voltar atrás).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Cascata testa no fim; ágil testa a cada ciclo curto.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entrega valor aos poucos e se adapta a mudanças.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une quem cria e quem mantém o software, com muita automação.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= esteira automática que compila, testa e entrega a cada mudança.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Shift-left: testar desde requisitos e projeto barateia tudo.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Retrospectivas fecham o ciclo: o time melhora o processo a cada sprint.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Software Development Life Cycle — ciclo de vida de desenvolvimento de software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450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68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Abordagem de entregas curtas, incrementais e adaptáveis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52958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52958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54787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Ciclo curto de trabalho no ágil (ex.: 2 semanas)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37083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37083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38912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Cultura que une desenvolvimento (Dev) e operação (Ops)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544982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544982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546811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Continuous Integration — integração contínua do código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Continuous Delivery/Deployment — entrega/implantação contínua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450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450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468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Esteira de etapas automáticas: build, testes e deploy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52958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52958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54787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Publicar uma versão do software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437083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37083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438912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Voltar para a versão anterior quando algo deu errado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521208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521208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523036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Antecipar o teste para as fases iniciais do projeto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4.0 — Cap. 2.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Testes ao longo do Ciclo de Vida de Desenvolvimento de Software.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nosso app de vagas de freelancer (Floripa / Jaraguá do Sul) nos Módulos 2 e 3.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2 — Modelos, Ágil, DevOps e CI/CD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desenvolvimento, Ágil, DevOps e CI/CD</dc:title>
  <dc:subject>PptxGenJS Presentation</dc:subject>
  <dc:creator>Douglas Adriano Queiroz</dc:creator>
  <cp:lastModifiedBy>Douglas Adriano Queiroz</cp:lastModifiedBy>
  <cp:revision>1</cp:revision>
  <dcterms:created xsi:type="dcterms:W3CDTF">2026-06-22T12:29:45Z</dcterms:created>
  <dcterms:modified xsi:type="dcterms:W3CDTF">2026-06-22T12:29:45Z</dcterms:modified>
</cp:coreProperties>
</file>