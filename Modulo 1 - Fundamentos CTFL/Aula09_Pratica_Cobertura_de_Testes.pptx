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09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09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de cobertura ≠ 100% testado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unitários, cobertura de código, teste de mutação — e por que aquele número verde não promete software sem bug.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09 · PRÁTICA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unitário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menor peça, isolada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Cobertura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número mede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Jest, Istanbul e Stryker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de mutação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e como configurar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ponto cego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que não existe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Robustez e CTFL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ajustar no código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unitário: a menor peça, isolada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UNITÁRIO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uma unidade sozinha — uma função, um módulo — sem banco, sem rede e sem tela. Roda em milissegundos e aponta o dedo para a linha exata que quebrou.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de casos em segundos, a cada vez que você salva.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falha, você já sabe onde procurar.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base da pirâmide — o andar mais largo e mais barato de manter.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enxerga integração, ambiente, nem o usuário de verdade.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testar cada tomada com a chave de teste antes de fechar a parede. Rápido e barato. Mas nenhuma tomada aprovada garante que o chuveiro não vai desarmar o disjuntor quando tudo ligar junto.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unitário é a fundação da casa — não é a casa inteira.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Cobertura de código: o que o número mede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COBERTURA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é a fração do código que os seus testes executaram. A ferramenta marca cada linha visitada durante a rodada e devolve um percentual.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linhas, ramos e funções o teste percorreu.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mede: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verificou o resultado ou só executou a linha.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mede: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valores entraram na função.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mede: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requisito que ninguém chegou a implementar.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planta da casa com os cômodos que o inspetor visitou pintados de verde. Ele passou por todos — mas não disse se abriu as torneiras, nem se falta um banheiro que estava no projeto.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diz por onde o teste passou. Nunca diz se o software está correto.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 cobertura enxerga e o que ela não vê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DOIS LADOS DO MESMO NÚMERO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 enxerga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ou comando executado pelo menos uma vez.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avaliada como verdadeira e como falsa.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ou método que chegou a ser chamado.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nenhum teste alcança — as linhas vermelhas do relatório.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 é cega para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teste verificou o resultado ou só passou por ali.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valores entraram: 0, negativo, null, NaN, string vazia.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que nunca virou código: zero linha, zero descoberto.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Integração, ambiente, desempenho, acessibilidade e o usuário real.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alta não é prova. Cobertura baixa é denúncia — e essa parte vale ouro.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Nem todo 100% é o mesmo 100%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CRITÉRIOS DE COBERTURA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Comando (linha)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rodou ao menos uma vez. É o critério mais fraco — e o mais citado.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Decisão (ramo)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if avaliado como verdadeiro E como falso. Já é bem melhor que linha.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Condição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condição atômica de um &amp;&amp; ou || avaliada dos dois jeitos.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MC/DC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condição precisa mudar o resultado sozinha. Exigido em software aeronáutico.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Caminho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combinações de caminho. Inviável fora de funções minúsculas.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Mutação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cobertura: altera o código e vê se algum teste reclama. Mede a força da suíte.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ferramentas que usamos no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TECNOLOGIAS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22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o JavaScript fora do navegador. Código CommonJS puro, sem bundler.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Jest 29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teste unitário: describe, it, expect, it.each, jest.fn() e rejects.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Istanbul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cobertura embutido no Jest. Instrumenta o código e gera o relatório HTML.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Stryker 8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mutação em JavaScript. Altera o código e mede o que a suíte detecta.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jest-runner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que faz o Stryker rodar a suíte Jest contra cada mutante gerado.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outras stacks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(Java), Stryker.NET (C#), mutmut ou Cosmic Ray (Python), go-mutesting (Go).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experimento: rode você mesmo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MÃO NA MASSA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304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053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npm install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o projeto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249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90138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4543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551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1578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npm run cobertura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99866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nos 4 critérios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31636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86041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49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3076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npm run realidade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41364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testes expõem os bugs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079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73134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27539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547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4574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npm run mutacao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182862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mutantes sobrevivem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projeto cobertura-garapuvu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 arquivos JavaScript, todos com defeito, e uma suíte de 20 testes que fica 100% verde em cima deles. Está no repositório do curso, na pasta cobertura-garapuvu/. Rode antes de acreditar em mim.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1" name="Text 2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o bug se escondeu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CASOS DO PROJETO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inesperado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null, undefined, array e objeto entram e saem resultados errados, sem erro.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Condição composta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no lugar de &amp;&amp;: 100% de linha e de ramo, e a regra continua errada.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limite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no lugar de &gt;=. Testar 300 e 120 não acha o defeito que mora exatamente em 240.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Asserção fraca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toBeDefined() executa a linha e não verifica nada. É teste sem oráculo.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Efeito colateral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sem comparador ordena como texto e ainda muta o array de quem chamou.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Requisito ausente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que nunca virou código. Zero linha escrita = 100% de cobertura.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o teste de mutação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CICLO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304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053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Copiar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em .stryker-tmp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249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90138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4543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551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1578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Mutar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99866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alteração por vez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31636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86041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49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3076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Rodar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41364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suíte contra cada mutante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079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73134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27539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547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4574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Classificar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182862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Morto ou sobrevivente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pergunta que muda tudo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pergunta "o teste passou por essa linha?". Mutação pergunta "se eu quebrar essa linha de propósito, algum teste reclama?". O seu código-fonte nunca é alterado: a ferramenta trabalha sobre uma cópia.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1" name="Text 2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estados de um mutante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O SCORE É CALCULADO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Killed (morto)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um teste falhou. A suíte percebeu a alteração. É o que você quer.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Survived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testes passaram mesmo assim. Buraco real: ninguém verifica esse comportamento.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Timeout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mutante travou, por exemplo num laço infinito. Conta como detectado.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coverage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teste sequer executou aquela linha. É buraco de cobertura, antes de asserção.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error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mutante nem chegou a rodar. Sai da conta, não entra no denominador.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score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(mortos + timeouts) ÷ mutantes válidos × 100. Aqui: (206 + 1) ÷ 210 = 98,57%.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configuração do Stryker no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stryker.corrigido.conf.json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de configuração é curto, mas cada chave tem uma consequência prática. São quatro que valem entender antes de rodar em projeto de verdade.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arquivos são alterados. Aqui, src/corrigido/*.js.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testMatch: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suítes julgam os mutantes. É independente do mutate.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coverageAnalysis: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"perTest" roda só os testes que tocam a linha mutada. Sem isso, fica lento demais.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thresholds.break: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não derruba o build; 80 vira portão de CI. Pense duas vezes.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Duas chaves independentes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essa separação que permite o experimento da aula: o mesmo código julgado por suítes diferentes. A suíte fraca dá 79,59%; a suíte forte dá 98,57%. Mesmo código, mesma cobertura de 100%.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mutação é escolher o que mutar e quem julga. O resto é detalhe.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Nem todo sobrevivente é buraco de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LEIA O RELATÓRIO, NÃO O NÚMERO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Mutante sobrevivente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alteração mudou o comportamento e nenhum teste reclamou.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buraco real: falta asserção ou falta caso de teste.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também denunciar código redundante — condição que não faz diferença nenhuma.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escrever o teste que mata, ou simplificar o código.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Mutante equivalente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alteração NÃO muda o comportamento observável para nenhuma entrada.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 daqui: remover .trim() quando já existe .filter(Boolean).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Detectá-los automaticamente é indecidível — equivale ao problema da parada.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 registrar e seguir em frente. Não dá para matar.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score de mutação quase nunca é atingível. Persegui-lo é desperdício.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em linguagens mais tipadas?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JAVA, C# E TYPESCRIPT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muda a favor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já barra "string onde se esperava número": o Caso 01 nem existiria.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faz sentido mutar o tipo de um valor — sobram mutantes de valor e de condição.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 inválido sai da conta: no Stryker+TS vira CompileError; o PIT muta bytecode já checado.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Mutadores como NULL_RETURNS morrem por NullPointerException, às vezes sem asserção nenhuma.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NÃO muda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fronteiras o defeito volta: JSON.parse devolve any, "as Foo" some em runtime, any desliga tudo.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 e C#: desserialização, reflection, casts e type erasure quebram em runtime igual.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Stryker nem PIT têm mutador de throw/try/catch — o efeito é sempre indireto.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estudo comparando eficácia em tipada × dinâmica. Quem afirmar, está opinando.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cobre o miolo do código, não as bordas. Guarda de contrato continua obrigatória.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placar do experimento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MESMA COBERTURA, OUTRA HISTÓRIA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Suíte fraca: 20 testes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100% em comandos, ramos, funções e linhas.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coverageThreshold de 100% configurado — e aprovado no CI.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mutação: 79,59%. Dos 98 mutantes, 20 sobreviveram.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Defeitos encontrados: nenhum.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Suíte forte: 122 testes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100% nos mesmos quatro critérios. Empate.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mutação: 98,57%. Dos 210 mutantes, 3 sobreviveram.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que restaram são equivalentes — não dá para matar.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Defeitos encontrados: todos, mais um que ninguém suspeitava.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cobertura empata as duas colunas. Só a mutação mostra a diferença.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ajustar no código para ficar robusto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CHECKLIST DE ROBUSTEZ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Guarda de contrato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tipo e faixa no topo e lance TypeError. Nunca devolva undefined em silêncio.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redundância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Number.isFinite já resolve, tire o typeof. Ramo a mais é teste a mais para manter.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 específico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exata e classe nomeada: VoluntarioNaoEncontradoError, TurmaLotadaError.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Função pura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antes de ordenar: [...lista].sort(). Nunca acumule em variável de módulo.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Zero, um e muitos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a coleção vazia antes de dividir. São três casos de teste, sempre.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Dinheiro em centavos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Math.round(Number((v*100).toFixed(6))). E decida se arredonda por item ou no total.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escrever o teste que mata o mutante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FRAQUEZA AO CASO DE TESTE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&gt;= 240 vira x &gt; 240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exatamente 239, 240 e 241. A fronteira, nunca o meio da faixa.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&amp;&amp; b vira a || b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cada operando isolado. Monte a tabela-verdade completa.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(cond) vira if (true)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o caminho em que a condição é falsa E o resultado muda.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'mensagem' vira vazio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Asserção com .toThrow("mensagem exata"), não com toThrow() vazio.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+ b vira a - b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valores em que soma e subtração dão diferente. Evite 0 + 0.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[...lista] vira []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 array inteiro com toEqual([...]), em ordem, e confira o tamanho.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01: o clássico do JavaScript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INESPERADO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calcula o valor da inscrição com desconto. O teste passa 200 e 10, recebe 180, e a cobertura fecha em 100%. Ninguém testou o que o formulário manda de verdade.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calcularInscricao('200', 0):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a string '200' — o front concatena depois.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calcularInscricao(null, 10):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0 — inscrição de graça.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calcularInscricao(undefined, 10):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NaN — "R$ NaN" na tela do aluno.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calcularInscricao(200, 150):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-100 — o projeto paga o aluno.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fechadura que aceita qualquer chave torta e gira mesmo assim. Não trava, não avisa: só abre a porta errada. Em JavaScript, tipo errado quase nunca vira exceção — vira resultado errado em silêncio.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null, undefined, string, array, negativo, zero e valor gigante. Sempre.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09: o código que não existe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PONTO CEGO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dizia: só aceitar inscrição se houver vaga na turma. A validação nunca foi escrita — e linha que não existe não fica descoberta.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ferramenta acha: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só mede o código que existe.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acha: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requisitos e teste estático (CTFL 4.0, capítulo 3).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acha: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requisito → caso de teste (CTFL 4.0, seção 1.4.4).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acha: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exploratório de quem conhece o negócio.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inspetor visitou todos os cômodos e assinou o laudo. Só que a planta previa um banheiro que o pedreiro esqueceu de construir — e cômodo que não existe não entra na lista de cômodos não visitados.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furo mais caro é sempre o requisito que ninguém chegou a escrever.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isso encosta na CTFL 4.0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PEÇA TEM ENDEREÇO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 Princípios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"Testes mostram a presença de defeitos, não a sua ausência." É o Caso 09 inteiro.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1.4.4 Rastreabilidade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deve ser medida contra a base de teste, não só contra o código.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Cap. 3 Teste estático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acha defeito em requisito, antes de existir código para executar.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 Caixa-preta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Equivalência (4.2.1), valor limite (4.2.2) e tabela de decisão (4.2.3).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4.3 Caixa-branca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comandos (4.3.1) e de ramos (4.3.2). E 4.3.3: por que ela não basta.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Fora da Foundation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mutação é conteúdo do nível Advanced. Está aqui porque o mercado usa.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isso custou caro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CRÍTICOS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Ariane 5 · 1996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foguete se destruiu cerca de 37 segundos após o início do lançamento.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software vinha do Ariane 4, onde era testado e aprovado havia anos.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de 64 bits não coube em 16 bits e derrubou as duas unidades de referência inercial.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Aquele trecho nunca tinha sido exercitado com os dados de voo do foguete novo.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Knight Capital · 2012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US$ 440 milhões perdidos em 45 minutos de pregão.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implantação reativou por engano um trecho de código antigo e desativado.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teste cobria aquele caminho na configuração nova.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precisou de socorro financeiro em dias e foi vendida meses depois.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dois casos o software "passava nos testes". Faltou testar com os dados e o ambiente reais.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mede quais linhas o teste executou, não se o resultado foi verificado.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mutação altera o código de propósito e mede a força da suíte, não o tamanho dela.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Jest + Istanbul para cobertura, Stryker para mutação. Tudo com um npm install.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 sobrevivente é buraco de teste ou código redundante. Equivalente não dá para matar.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linguagem tipada o compilador cobre o miolo, mas não as bordas: guarda de contrato continua.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cobertura não é ausência de bug — testes mostram a presença de defeitos (CTFL 1.3).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unitário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Testa a menor parte isolada do software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código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 do código executado durante os testes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comando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Cada linha executada ao menos uma vez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ramo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Cada decisão avaliada como verdadeira e falsa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Cada condição influencia o resultado sozinha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fonte que diz qual é o resultado correto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Versão do código com uma alteração proposital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 morto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Alteração que fez algum teste falhar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 sobrevivente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Alteração que nenhum teste detectou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 equivalente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Alteração que não muda o comportamento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— 1.3 (princípios), 1.4.4 (rastreabilidade), 4.2 e 4.3 (técnicas).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Framework de teste e motor de cobertura — jestjs.io/docs/configuration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 Mutator.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Mutadores, estados do mutante e cálculo do score — stryker-mutator.io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Teste de mutação em Java, lista de mutadores — pitest.org/quickstart/mutators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151376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69664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projeto cobertura-garapuvu/ no repositório, com README e exercícios.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09 — Cobertura de testes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09 · Prática — 100% de cobertura ≠ 100% testado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