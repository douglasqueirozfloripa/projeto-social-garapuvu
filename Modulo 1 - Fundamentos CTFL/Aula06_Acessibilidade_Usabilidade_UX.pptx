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 · AULA 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de design: acessibilidade, usabilidade e UX/UI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bom não é só o que funciona — é o que as pessoas conseguem usar.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× UI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× interface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Usabilidade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usar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Acessibilidade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todas as pessoas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WCAG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acessibilidade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testar design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observar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nosso app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vaga acessível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6 — Acessibilidade, Usabilidade e UX/UI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× UI: não é a mesma coisa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(Experiência)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inteira do usuário.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sentido? É fácil chegar ao objetivo?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publicar uma vaga em 3 passos claros.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(Interface)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visual: cores, botões, tipografia, espaços.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bonito, legível e consistente?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o botão 'Publicar' é visível e claro.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é como parece; UX é como funciona para a pessoa.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6 — Acessibilidade, Usabilidade e UX/UI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Usabilidade: fácil de usar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USABILIDADE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Quão fácil é para a pessoa fazer o que precisa, sem frustração.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Eficácia: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consegue concluir a tarefa?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 rápido, sem dar voltas?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experiência foi agradável?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novato entende sozinho?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casa usável tem o interruptor na entrada do cômodo, não atrás do armário. Você não precisa de manual para acender a luz. Software usável é igual: o que a pessoa precisa está onde ela espera.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usuário precisa de manual para o básico, a usabilidade falhou.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6 — Acessibilidade, Usabilidade e UX/UI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Acessibilidade: para todas as pessoas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ACESSIBILIDADE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pessoas com deficiência também consigam usar o software.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suficiente, leitor de tela, texto que cresce.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só pelo teclado, alvos de toque grandes.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Auditiva: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legendas em vídeos e alertas visuais.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simples e telas previsíveis.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rampa ao lado da escada e a porta larga: não atrapalha quem anda, e abre a casa para quem usa cadeira de rodas. Acessibilidade no software inclui mais gente sem prejudicar ninguém.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não é 'extra' — é o que torna o software utilizável por todos.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6 — Acessibilidade, Usabilidade e UX/UI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WCAG: os 4 pilares (POUR)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PADRÕES DE ACESSIBILIDADE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Perceptível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informação pode ser percebida (contraste, texto alternativo em imagens).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Operável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operar tudo (inclusive só com teclado).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Compreensível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 comportamento são claros e previsíveis.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 tecnologias assistivas e vários dispositivos.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6 — Acessibilidade, Usabilidade e UX/UI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testar design na prática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TESTANDO UX/UI/ACESSIBILIDADE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889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904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com usuários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reais usando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566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21838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20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3278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Só teclado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31566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sem mouse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29861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095037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5292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300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6477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Contraste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04765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cor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103059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68235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38490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499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9675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Responsivo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77963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e desktop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762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41434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11689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697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2874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Validadores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751162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automáticas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nosso app de vagas de freelancer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Conferimos: dá para preencher e publicar uma vaga só pelo teclado? O texto dos campos tem contraste bom? Funciona no celular de um freelancer? Um leitor de tela anuncia o botão 'Candidatar-se'?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7" name="Text 30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6 — Acessibilidade, Usabilidade e UX/UI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o design exclui ou confunde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usabilidade e acessibilidade têm custo real — de processos a vidas.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Cédula confusa (eleição EUA, 2000)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layout de cédula mal projetado fez milhares de eleitores marcarem o candidato errado. Mostra como um design ruim muda resultados — usabilidade importa.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Sites inacessíveis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já foram processadas porque cegos não conseguiam comprar/usar seus sites com leitor de tela. Acessibilidade também é exigência legal.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ruim não é só feio: exclui pessoas e gera prejuízo e processos.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6 — Acessibilidade, Usabilidade e UX/UI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é a aparência; UX é a experiência completa do usuário.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 = eficácia, eficiência, satisfação e fácil aprendizado.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inclui pessoas com deficiência — é essencial, não extra.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resume-se em POUR: Perceptível, Operável, Compreensível, Robusto.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Testamos com usuários reais, teclado, contraste, telas e validadores.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ruim gera erros graves, exclusão e até processos judiciais.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6 — Acessibilidade, Usabilidade e UX/UI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User Experience — experiência completa do usuário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User Interface — a interface visual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Facilidade de usar o software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Software utilizável por pessoas com deficiência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Web Content Accessibility Guidelines — diretrizes de acessibilidade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Perceptível, Operável, Compreensível, Robusto (pilares WCAG)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450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450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468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Leitor de tela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Software que lê a tela em voz alta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29184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29184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31012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Layout que se adapta a celular, tablet e desktop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413308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413308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415137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Diferença de cor entre texto e fundo (legibilidade)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974336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974336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992624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assistiva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Recurso que ajuda pessoas com deficiência a usar o sistema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6 — Acessibilidade, Usabilidade e UX/UI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Certified Tester Foundation Level (CTFL) v4.0 — versão em português.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Glossary.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Glossário oficial de termos de teste — glossary.istqb.org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— WCAG 2.x.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Diretrizes de Acessibilidade para Conteúdo Web.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Norman Group.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Materiais sobre usabilidade e UX (nngroup.com).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151376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151376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169664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praticar: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exemplos aplicados ao nosso app de vagas de freelancer (Floripa / Jaraguá do Sul) nos Módulos 2 e 3.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6 — Acessibilidade, Usabilidade e UX/UI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de design: acessibilidade, usabilidade e UX/UI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