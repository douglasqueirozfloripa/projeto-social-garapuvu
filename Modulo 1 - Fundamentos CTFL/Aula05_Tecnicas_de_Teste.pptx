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caixa preta, branca e por experiência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BONS casos de teste sem testar 'tudo'.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preta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Partições e valores-limite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de decisão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regras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Transição de estados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e fluxos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branca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Cobrir linhas e decisões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experiência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Intuição e exploração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nosso 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cadastro de vaga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precisamos de técnicas?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IDEIA CENTRAL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tudo é impossível (princípio 2). Técnicas ajudam a escolher os MELHORES casos com o MENOR esforço.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preta: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vindos dos requisitos e do comportamento esperado.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branca: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vindos da estrutura do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experiência: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vindos do conhecimento e da intuição de quem testa.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testar cada centímetro da parede, você escolhe pontos espertos: o canto onde costuma dar infiltração, o batente da porta, perto do ralo. Técnica é saber ONDE bater para achar problema rápido.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técnica = achar mais defeitos testando menos.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Partição de equivalência + valor-limite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PRETA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entradas que se comportam igual e testamos com cuidado redobrado nas 'bordas'.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campo aceita idade 18–65, testar 1 valor de cada grupo: válido (40) e inválidos (10, 80).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Valor-limite: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se escondem nas pontas — testar 17, 18, 65 e 66.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casos cobrem muitos cenários.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vaga que aceita pagamento de R$ 50 a R$ 5.000: você não testa todos os valores — testa R$ 49 (recusa), R$ 50 (aceita), R$ 5.000 (aceita) e R$ 5.001 (recusa). As bordas é que pegam bug.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defeitos adoram morar nos limites — teste sempre as bordas.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Mais técnicas de caixa preta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PRETA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de decisão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várias regras de negócio. Ex.: tipo de plano × ter cupom × ser novo usuário → preço final.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Transição de estados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telas/estados. Ex.: vaga 'rascunho' → 'publicada' → 'encerrada'. Testa transições válidas e proibidas.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derivados de um fluxo do usuário do início ao fim.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Tabelas e cenários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Organizam combinações para não esquecer nenhuma importante.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branca: cobrir o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BRANCA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olhamos a estrutura interna e medimos quanto do código os testes percorreram.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comando/linha: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foi executada ao menos uma vez?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decisão: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'if' foi testado verdadeiro E falso?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medir: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verde não garante zero bug, mas 40% de cobertura é um alerta.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percorrer TODOS os cômodos e abrir TODAS as portas pelo menos uma vez na vistoria — inclusive o porão e o sótão que ninguém lembra. Cobertura mede quantas portas você realmente abriu.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mostra o que NÃO foi testado — não prova que está perfeito.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por experiência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BASEADO NA EXPERIÊNCIA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faro de quem já testou muito, sem roteiro rígido.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Adivinhação de erro: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'onde costuma quebrar?' campos vazios, acento, número negativo.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exploratório: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e aprender o sistema ao mesmo tempo em que testa.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checklist: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de verificações conhecidas guia o teste.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as técnicas formais — não substitui. </a:t>
            </a:r>
            <a:pPr indent="0" marL="0">
              <a:spcAft>
                <a:spcPts val="700"/>
              </a:spcAft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pedreiro experiente que bate o nó do dedo na parede e 'sente' onde o reboco está oco — conhecimento que nenhum manual ensina sozinho.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Intuição treinada acha bugs que roteiro nenhum previu.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existem porque testar tudo é impossível.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Partição de equivalência agrupa entradas parecidas.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Valor-limite testa as bordas, onde mora a maioria dos bugs.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decisão e transição de estados cobrem regras e fluxos.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branca mede cobertura de linhas e decisões do código.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por experiência usa intuição, exploração e checklists.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Partição de equivalência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Agrupar entradas que se comportam de forma parecida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Valor-limite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Testar nas bordas de uma faixa de valores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decisão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Técnica que combina regras e condições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de estados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Técnica baseada em estados e mudanças do sistema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preta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Técnica baseada no comportamento, sem ver o código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branca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Técnica baseada na estrutura do código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Quanto do código/condições os testes percorreram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Adivinhação de erro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Prever onde defeitos costumam aparecer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exploratório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Explorar e testar o sistema ao mesmo tempo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Lista de verificações que guia o teste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4.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Análise e Modelagem de Teste (técnicas caixa-preta, caixa-branca e por experiência).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5 — Técnicas de Teste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caixa preta, branca e por experiência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