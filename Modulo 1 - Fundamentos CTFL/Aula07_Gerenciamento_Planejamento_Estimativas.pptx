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 · AULA 7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7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Gerenciamento, planejamento e estimativas de teste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o teste: o que, quando, quanto e como controlar.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 de teste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roteiro da viagem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Critérios de entrada/saída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começar e parar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Estimativas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tempo vai levar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Monitoramento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o progresso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 no plano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o que importa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Relatórios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resultados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7 — Gerenciamento e Planejamento de Teste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plano de teste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PLANEJAMENTO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(pode ser simples) que diz o quê, como, quem, quando e com quais recursos vamos testar.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entra e o que NÃO entra no teste.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níveis, tipos e técnicas que usaremos.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 cronograma: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pessoas, ambientes e prazos.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pode dar errado e como reagir.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projeto da reforma antes de começar: o que será reformado, quem faz, quanto custa, em quanto tempo e o que fazer se chover. Sem plano, a obra vira bagunça — e o teste também.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teste é o mapa: evita testar no escuro e estourar o prazo.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7 — Gerenciamento e Planejamento de Teste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Critérios de entrada × saída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COMEÇAR E PARAR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Entrada (definition of ready)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estar pronto para COMEÇAR a testar.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ambiente no ar, build instalado, requisitos claros.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começar e travar no meio.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Saída (definition of done)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define que o teste TERMINOU.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casos críticos executados, sem bug grave aberto.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parar cedo demais ou tarde demais.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claros tiram o 'achismo' de quando começar e quando parar.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7 — Gerenciamento e Planejamento de Teste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estimar o esforço de teste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ESTIMATIVAS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histórico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dados de projetos parecidos do passado.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especialistas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experiência do time estima cada item.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Poker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vota o tamanho de cada tarefa (veremos na Aula 8).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proporção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histórico mostra ~30% do tempo do projeto em teste.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pontos/itens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casos de teste e velocidade do time.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Margem de risco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 folga para imprevistos.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7 — Gerenciamento e Planejamento de Teste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Monitoramento e controle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ACOMPANHAR O TESTE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o planejado com o real e ajustar o rumo durante o trabalho.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casos executados, quantos passaram, bugs abertos/fechados.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ação: repriorizar, pedir ajuda, ajustar escopo.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Visível para todos: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e relatórios simples mantêm o time alinhado.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GPS no meio da viagem: mostra se você está atrasado e sugere outro caminho. Não basta ter o mapa (plano) — é preciso olhar o trajeto enquanto dirige.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monitorar, você só descobre o atraso quando já é tarde.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7 — Gerenciamento e Planejamento de Teste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Relatórios de teste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COMUNICAR RESULTADOS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o estado dos testes para quem precisa decidir.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progresso: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teste — o que já foi feito e o que falta.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conclusão: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— resultados, riscos restantes e recomendação.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certo: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quer o resumo; dev quer o detalhe do bug.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fatos: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e evidências, não opinião.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laudo de vistoria que o engenheiro entrega: 'a estrutura está ok, mas há infiltração no banheiro — recomendo não receber a obra ainda'. Ajuda o dono a decidir.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relatório transforma teste em decisão: lançar ou não lançar.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7 — Gerenciamento e Planejamento de Teste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teste define o quê, como, quem, quando e os riscos.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entrada dizem quando começar; de saída, quando parar.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Estimamos por histórico, especialistas, Planning Poker e proporção.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é comparar planejado × real; controlar é agir no desvio.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comunicam o estado a gestores e ao time, com fatos.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prioriza tudo: testamos primeiro o que mais importa.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7 — Gerenciamento e Planejamento de Teste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teste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Documento que organiza o trabalho de teste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entra (e o que não entra) no teste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entrada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Condição para começar a testar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saída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Condição para considerar o teste concluído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Definition of Ready — pronto para começar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Definition of Done — pronto/concluído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Previsão de esforço, tempo ou custo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Acompanhar o progresso do teste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teste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Ações para corrigir desvios do plano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teste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Resumo de resultados para decisão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7 — Gerenciamento e Planejamento de Teste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Certified Tester Foundation Level (CTFL) v4.0 — versão em português.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Glossary.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Glossário oficial de termos de teste — glossary.istqb.org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4.0 — Cap. 5.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Gerenciamento das Atividades de Teste (planejamento, riscos, estimativas, monitoramento).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praticar: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exemplos aplicados ao nosso app de vagas de freelancer (Floripa / Jaraguá do Sul) nos Módulos 2 e 3.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7 — Gerenciamento e Planejamento de Teste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Gerenciamento, planejamento e estimativas de teste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