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401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4401A"/>
                </a:solidFill>
                <a:latin typeface="Trebuchet MS"/>
              </a:rPr>
              <a:t>Exemplo de painel de uma sprint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Exemplo (%)</c:v>
                </c:pt>
              </c:strCache>
            </c:strRef>
          </c:tx>
          <c:spPr>
            <a:solidFill>
              <a:srgbClr val="7CB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3A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B3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Cobertura</c:v>
                  </c:pt>
                  <c:pt idx="1">
                    <c:v>Casos exec.</c:v>
                  </c:pt>
                  <c:pt idx="2">
                    <c:v>Aprovação</c:v>
                  </c:pt>
                  <c:pt idx="3">
                    <c:v>Automação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90</c:v>
                </c:pt>
                <c:pt idx="2">
                  <c:v>82</c:v>
                </c:pt>
                <c:pt idx="3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3A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9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Pirâmide de testes, métricas e KPIs de qualidade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testar em cada camada e como medir qualidade com números.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Pirâmide de testes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base, pouco topo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Anti-padrão (sorvete)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teste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 de qualidade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Indicadores-chave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Densidade de defeitos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concentram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que enganam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pirâmide de testes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AUTOMAÇÃO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suíte tem MUITOS testes pequenos e rápidos na base, e POUCOS testes grandes e lentos no topo.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unidade: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muitos, rápidos e baratos. Testam peças isoladas.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— integração/API: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média. Testam peças conversando.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— E2E (ponta a ponta):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poucos, lentos e caros. Simulam o usuário real.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tudo for E2E, a suíte fica lenta e instável.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vistoriar a casa: você confere muitos tijolos e canos isolados (rápido e barato), algumas instalações já montadas, e só algumas vezes faz o teste final morando na casa (caro e demorado).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base, pouco topo: rápido de rodar e confiável.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anti-padrão: cone de sorvete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EVITAR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pirâmide invertida: poucos testes de unidade e muitos testes manuais/E2E no topo.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suíte demora horas e quebra à toa (instável).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cara e feedback lento.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baixa: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que falham sem motivo viram 'lixo ignorado'.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empurrar testes para baixo — mais unidade, menos E2E.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querer aprovar a casa inteira só morando nela por meses, sem nunca ter conferido um tijolo. Quando achar o problema, já vai ser caríssimo arrumar.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 invertida = lenta, frágil e cara. Fuja dela.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teste mais usadas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 PARA MELHORAR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577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5303520" cy="9715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5080" y="1554480"/>
            <a:ext cx="91440" cy="97155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de código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2011680"/>
            <a:ext cx="49834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código exercitado pelos testes.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663190"/>
            <a:ext cx="5303520" cy="9715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663190"/>
            <a:ext cx="91440" cy="97155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77291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de aprovação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3120390"/>
            <a:ext cx="49834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casos que passaram.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3771900"/>
            <a:ext cx="5303520" cy="9715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3771900"/>
            <a:ext cx="91440" cy="97155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8816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Densidade de defeitos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0" y="4229100"/>
            <a:ext cx="49834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por tamanho de módulo — mostra onde focar.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4880610"/>
            <a:ext cx="5303520" cy="9715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55080" y="4880610"/>
            <a:ext cx="91440" cy="97155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499033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Defeitos escapados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5337810"/>
            <a:ext cx="49834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achados só em produção — quanto menor, melhor.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 de qualidade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INDICADORES-CHAVE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é um indicador escolhido para acompanhar uma meta importante de qualidade.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escapados para produção: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quanto o teste está segurando.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correção (MTTR):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rápido resolvemos um problema.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à entrega — agilidade do fluxo.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tarefas reabertas por bug.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são os medidores do painel do carro: velocidade, combustível, temperatura. Você não dirige olhando só um — e nem ignora todos. Olha o conjunto certo para a viagem.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KPI guia decisão; KPI errado vira teatro de número.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a métrica engana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CUIDADO COM OS NÚMEROS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mal é pior que não medir: leva o time a otimizar o número errado.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de cobertura ≠ sem bug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'cobrir' 100% do código com testes que não verificam nada de verdade. Cobertura alta com asserções fracas dá falsa sensação de segurança.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Contar bugs como meta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Premiar 'quem fecha mais bugs' incentiva registrar bugs bobos ou esconder os difíceis. A métrica passa a distorcer o comportamento do time.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é bússola, não troféu. Use para aprender, não para punir.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Pirâmide: muitos testes de unidade na base, poucos E2E no topo.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de sorvete (pirâmide invertida) é lento, frágil e caro — evite.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comuns: cobertura, aprovação, densidade e defeitos escapados.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acompanham metas: escapes, tempo de correção, lead time, retrabalho.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alta não prova ausência de bugs.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vira armadilha quando vira meta cega — use para aprender.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 de testes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Estratégia: muita unidade, pouca E2E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E2E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End-to-End — simula o usuário do início ao fim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de sorvete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Anti-padrão: pirâmide de testes invertida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Medida numérica de algo do teste/qualidade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 Performance Indicator — indicador-chave de desempenho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do código/condições exercitado por testes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de defeitos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Defeitos por tamanho de módulo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escapado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Bug encontrado só em produção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 Time To Repair — tempo médio de correção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Tempo da ideia até a entrega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M. / Fowler, M.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Conceito de pirâmide de testes (Test Pyramid).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5.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Métricas e relatórios de teste.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9 — Pirâmide, Métricas e KPIs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Pirâmide de testes, métricas e KPIs de qualidade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