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13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automatizados E2E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que usam o sistema como um usuário — do início ao fim.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E2E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o usuário real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Cypress, Playwright, Selenium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Seletores estáveis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elementos sem quebrar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 de automação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Escrever, rodar, manter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flaky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inimigo nº 1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e buscar vaga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13 — Testes Automatizados E2E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teste E2E?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robô abre o navegador e refaz o caminho completo do usuário, conferindo se tudo funciona junto.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Ponta a ponta: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front, back e banco testados como um todo.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 o usuário: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clica, digita, navega e confere a tela.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da pirâmide: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poucos, mas cobrem fluxos críticos.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uma vaga e confirmar que aparece na busca.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contratar alguém para morar um dia na casa e usar tudo: acordar, ligar o chuveiro, fazer café, abrir o portão, ver TV. Se o dia inteiro funciona, a casa passou no teste de ponta a ponta.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prova que as peças funcionam JUNTAS, como o usuário vê.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13 — Testes Automatizados E2E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de E2E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 WEB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Cypress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Moderno, fácil de começar, ótimo para apps web.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Rápido, vários navegadores, da Microsoft.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Selenium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Veterano, suporta muitas linguagens e navegadores.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Tiram print/vídeo quando o teste falha.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Roda no CI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Executam sozinhos a cada envio de código.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Esperas inteligentes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Aguardam o elemento aparecer antes de agir.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13 — Testes Automatizados E2E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segredo: seletores estáveis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robô precisa 'achar' os elementos da tela. Se ele se apoia em coisas que mudam, o teste quebra à toa.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de texto que muda ou da posição do botão.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marcador fixo no elemento (ex.: data-testid='publicar-vaga').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visual pode mudar e o teste continua passando.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comportamento, não pixels.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colocar uma etiqueta com nome em cada chave do molho. Se você guarda 'a 3ª chave da esquerda', muda a ordem e se perde. Com etiqueta (seletor estável), sempre acha a certa.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estável hoje = teste que não quebra amanhã.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13 — Testes Automatizados E2E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ciclo da automação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TRABALHAMOS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Codar o cenário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Rodar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local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Analisar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falhou?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Manter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quando muda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no CI/CD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 não é 'criar e esquecer'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teste automatizado custa manutenção: quando a tela muda, o teste precisa acompanhar. Por isso automatizamos o que é estável e se repete muito (regressão dos fluxos críticos), não cada detalhe que ainda vai mudar.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13 — Testes Automatizados E2E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perigo dos testes 'flaky'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flaky é o que ora passa, ora falha sem mudança real. Ele corrói a confiança do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time que ignorou os alarmes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muitos testes falham sem motivo, o time começa a ignorar todos — inclusive os que apontam bugs de verdade. É como um alarme que dispara sozinho: ninguém mais corre quando toca.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Esperas mal feitas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causa de flakiness é 'esperar tempo fixo' (ex.: 2s) em vez de esperar o elemento aparecer. Em internet lenta, o teste falha e gera retrabalho sem fim.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instável é pior que nenhum teste: ele esconde bugs reais no meio do ruído.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13 — Testes Automatizados E2E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simula o usuário real e prova que as peças funcionam juntas.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Cypress, Playwright e Selenium são as ferramentas mais usadas.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seletores estáveis (data-testid) — teste comportamento, não pixels.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tem custo de manutenção: automatize o estável e crítico.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flaky (instáveis) destroem a confiança — evite esperas fixas.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FreelaBairro, automatizamos publicar vaga e buscar por bairro.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13 — Testes Automatizados E2E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End-to-End — teste do fluxo completo do usuário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moderna de automação de testes web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de automação multi-navegador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veterana de automação de navegador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Forma de o teste localizar um elemento na tela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data-testid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Marcador fixo no elemento para testes estáveis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instável que passa/falha sem motivo real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Verificação do resultado esperado no teste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Conjunto de testes executados juntos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Rodar o navegador sem interface visível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13 — Testes Automatizados E2E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/ Playwright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Documentação oficial de automação E2E.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Fowler, M.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Pyramid e Eradicating Non-Determinism in Tests.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13 — Testes Automatizados E2E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automatizados E2E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