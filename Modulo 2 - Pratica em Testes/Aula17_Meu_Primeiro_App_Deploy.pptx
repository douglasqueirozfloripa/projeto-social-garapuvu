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17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Meu primeiro app: deploy e versionamento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Conhecendo o FreelaBairro: do código ao app no ar.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FreelaBairro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app do curso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+ banco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Versionamento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história do código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Ambientes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staging e produção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no ar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Rollback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 quando der errado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17 — Meu Primeiro App: Deploy e Versionamento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nosso app: FreelaBairro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PROJETO DO CURSO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para cadastrar e encontrar vagas de freelancer por bairro em Floripa e Jaraguá do Sul.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contratar (publica vaga) e o freelancer (busca e se candidata).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descrição, categoria, valor, bairro, cidade e contato.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bairro, cidade e categoria.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freelancer demonstra interesse na vaga.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esse app?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ele é simples de entender e perfeito para praticar: tem cadastro (POST), busca (GET), regras de negócio (valor válido, bairro existente) e telas — tudo que precisamos para testar de verdade. E vira o seu portfólio.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FreelaBairro será nosso laboratório do início ao fim do curso.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17 — Meu Primeiro App: Deploy e Versionamento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arquitetura, em peças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O APP É MONTADO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telas que o usuário vê (web/celular). Mostra e coleta dados.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(API)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cérebro: aplica regras e responde aos pedidos do front.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 de dados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as vagas e candidaturas ficam guardadas.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conversam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→ API (HTTP) → Banco. A API é a casa; os endpoints, as portas.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Hospedagem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app fica no ar para todos acessarem.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Autenticação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token controlam quem pode o quê.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17 — Meu Primeiro App: Deploy e Versionamento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Versionamento: a máquina do tempo do código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é salvar a história do projeto, podendo voltar a qualquer ponto.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'foto' do código com uma mensagem do que mudou.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mudou o quê e quando.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paralela para experimentar sem quebrar o principal.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no tempo: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ruim? volte para um commit que funcionava.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fotografar cada etapa da reforma. Se a parede nova ficou horrível, você olha a foto de antes e refaz igual estava. Sem as fotos (commits), você só tem a bagunça atual e nenhuma volta.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é poder errar com segurança — sempre dá para voltar.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17 — Meu Primeiro App: Deploy e Versionamento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código ao app no 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 DEPLOY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462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70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a função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77796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442972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37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4412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52700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no Git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07212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37304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18126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34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28744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47032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 valida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231636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12458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466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23076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41364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 o app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6079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8125968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06790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798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17408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235696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55124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1002030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501122" y="1783080"/>
            <a:ext cx="658368" cy="658368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9130" y="194108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1174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Monitora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13002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no ar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Ambientes: dev, staging e produção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(sua máquina, para experimentar), Staging (cópia parecida com a real, para testar antes) e Produção (onde estão os usuários reais). Nunca teste pela primeira vez direto em produção — é como testar o freio descendo a serra.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43" name="Text 3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17 — Meu Primeiro App: Deploy e Versionamento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sem rede de segurança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sem testes e sem plano de volta transforma um errinho em desastre.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existe o rollback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equipe madura tem um botão de 'voltar para a versão anterior'. Sem ele, um deploy ruim deixa o app quebrado no ar enquanto o time corre para corrigir — com usuários assistindo.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Knight Capital (2012)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citado: um deploy malfeito, sem validação e sem rollback rápido, custou US$ 440 milhões em 45 minutos. Ambientes e testes na esteira existem para evitar isso.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deploy = testes antes + staging + monitorar depois + rollback pronto.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17 — Meu Primeiro App: Deploy e Versionamento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FreelaBairro: vagas de freelancer por bairro (Floripa/Jaraguá do Sul).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Arquitetura: frontend (telas) + backend/API (cérebro) + banco (dados).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(Git) salva a história e permite voltar com segurança.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Ambientes: dev (experimentar), staging (testar) e produção (usuários).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bom passa por testes na esteira antes de ir ao ar.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tenha rollback: a forma de voltar quando algo der errado.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17 — Meu Primeiro App: Deploy e Versionamento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FreelaBairro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 do curso: vagas de freelancer por bairro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Parte visual do app (telas)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Parte que processa regras e dados (API)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Onde os dados ficam guardados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Sistema de versionamento de código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Registro de uma mudança no código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Linha paralela de desenvolvimento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Publicar a aplicação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Ambiente de teste parecido com o real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Voltar para a versão anterior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17 — Meu Primeiro App: Deploy e Versionamento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Git (git-scm.com/book).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Livro gratuito sobre Git e versionamento.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Twelve-Factor App.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Boas práticas de apps e ambientes (12factor.net).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17 — Meu Primeiro App: Deploy e Versionamento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Meu primeiro app: deploy e versionamento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