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2 · AULA 15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15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Testes de layout e cross-browser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que o app fica bom em qualquer tela e navegador.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15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Cross-browser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navegadores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Cross-device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Celular, tablet, desktop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Responsividade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que se adapta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Matriz de cobertura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testar onde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Ferramentas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DevTools, BrowserStack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FreelaBairro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 no celular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15 — Layout e Cross-Browser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testar em vários navegadores?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CROSS-BROWSER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site pode ficar diferente (ou quebrar) em Chrome, Safari, Firefox e Edge.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navegador interpreta: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pequenas diferenças no que aparece na tela.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antigas: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alguém ainda usa um celular ou navegador desatualizado.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diferentes: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Android, iOS, Windows mudam fontes e comportamento.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botão invisível no Safari = vendas perdidas no iPhone.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como um móvel que cabe perfeito na sua casa, mas não passa pela porta da casa do vizinho. O 'móvel' (seu site) precisa ser conferido em cada 'casa' (navegador) onde vai entrar.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Funcionar no seu navegador não garante funcionar no de todo mundo.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15 — Layout e Cross-Browser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Responsividade: uma tela, vários tamanhos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RESPONSIVO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layout deve se reorganizar para caber bem do celular pequeno ao monitor grande.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onde o layout muda (celular, tablet, desktop).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× mouse: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celular os alvos precisam ser grandes o suficiente.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primeiro: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essencial não pode sumir na tela pequena.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real: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girar o celular, aumentar a fonte, zoom.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mesa extensível: para 2 pessoas fica compacta, para 10 ela abre. O 'tampo' (conteúdo) é o mesmo, mas o arranjo muda conforme o espaço.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Responsivo = mesmo conteúdo, arranjo que cabe em cada tela.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15 — Layout e Cross-Browser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costuma quebrar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DEFEITOS DE LAYOUT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Texto estourando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 longa vaza do botão ou do card.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Imagem deformada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esticada ou cortada errado.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Rolagem lateral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'vaza' para o lado no celular.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Elemento escondido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atrás de outro, sem dar para clicar.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Fonte diferente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Tipografia muda entre sistemas.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Alvo pequeno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minúsculo, difícil de tocar.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15 — Layout e Cross-Browser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Montando a matriz de cobertura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ONDE TESTAR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717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3045" y="1783080"/>
            <a:ext cx="658368" cy="65836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1053" y="194108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238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Dados de uso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3108960"/>
            <a:ext cx="23477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navegadores os usuários usam?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124962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390138" y="1554480"/>
            <a:ext cx="256717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44543" y="1783080"/>
            <a:ext cx="658368" cy="65836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551" y="194108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81578" y="2560320"/>
            <a:ext cx="238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Priorizar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499866" y="3108960"/>
            <a:ext cx="23477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Cobrir os mais usados primeiro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966460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231636" y="1554480"/>
            <a:ext cx="256717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186041" y="1783080"/>
            <a:ext cx="658368" cy="658368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4049" y="1941088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23076" y="2560320"/>
            <a:ext cx="238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Combinações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341364" y="3108960"/>
            <a:ext cx="23477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× dispositivo × tela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807958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9073134" y="1554480"/>
            <a:ext cx="256717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027539" y="1783080"/>
            <a:ext cx="658368" cy="65836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5547" y="1941088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64574" y="2560320"/>
            <a:ext cx="238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Executar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9182862" y="3108960"/>
            <a:ext cx="23477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+ ferramentas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48640" y="4206240"/>
            <a:ext cx="11109960" cy="1737360"/>
          </a:xfrm>
          <a:prstGeom prst="roundRect">
            <a:avLst>
              <a:gd name="adj" fmla="val 5263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Ferramentas que ajudam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822960" y="48006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D3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 do navegador (F12) simula vários tamanhos de tela e dispositivos. BrowserStack/LambdaTest rodam o site em navegadores e celulares reais na nuvem. Comece pelo que seus usuários realmente usam — não dá para cobrir tudo (princípio 2).</a:t>
            </a:r>
            <a:endParaRPr lang="en-US" sz="1350" dirty="0"/>
          </a:p>
        </p:txBody>
      </p:sp>
      <p:sp>
        <p:nvSpPr>
          <p:cNvPr id="30" name="Shape 2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1" name="Text 2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15 — Layout e Cross-Browser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site pode quebrar entre Chrome, Safari, Firefox e Edge.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Cross-device: testar em celular, tablet e desktop, iOS e Android.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Responsivo: o layout se reorganiza por breakpoints sem perder conteúdo.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Defeitos comuns: texto estourando, rolagem lateral, alvo pequeno.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uma matriz priorizando os navegadores que seus usuários usam.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DevTools, BrowserStack e LambdaTest ajudam a cobrir combinações.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15 — Layout e Cross-Browser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Testar em diferentes navegadores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Cross-device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Testar em diferentes dispositivos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Layout que se adapta ao tamanho da tela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Ponto onde o layout muda (ex.: celular→tablet)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Viewport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Área visível da página no dispositivo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Ferramentas de desenvolvedor do navegador (F12)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212848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212848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231136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BrowserStack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Serviço para testar em navegadores/dispositivos reais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29184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29184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31012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Renderização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Como o navegador desenha a página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413308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413308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415137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perfect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Layout fiel ao desenho original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97433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97433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99262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Projetar primeiro para o celular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15 — Layout e Cross-Browser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BSTQB / ISTQB.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Syllabus CTFL v4.0 (PT-BR) e Glossário oficial — glossary.istqb.org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Responsive design e compatibilidade de navegadores.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use (caniuse.com).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Suporte de recursos por navegador.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456432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456432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474720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do curso: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 FreelaBairro — vagas de freelancer por bairro em Floripa e Jaraguá do Sul.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15 — Layout e Cross-Browser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Testes de layout e cross-browser</dc:title>
  <dc:subject>PptxGenJS Presentation</dc:subject>
  <dc:creator>Douglas Adriano Queiroz</dc:creator>
  <cp:lastModifiedBy>Douglas Adriano Queiroz</cp:lastModifiedBy>
  <cp:revision>1</cp:revision>
  <dcterms:created xsi:type="dcterms:W3CDTF">2026-06-22T12:29:46Z</dcterms:created>
  <dcterms:modified xsi:type="dcterms:W3CDTF">2026-06-22T12:29:46Z</dcterms:modified>
</cp:coreProperties>
</file>