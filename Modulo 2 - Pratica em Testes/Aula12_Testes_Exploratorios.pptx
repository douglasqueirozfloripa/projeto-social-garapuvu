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exploratórios e session-based testing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usando o cérebro e a curiosidade — com método.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exploratório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Explorar, testar e aprender juntos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Session-based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com tempo e foco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charter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 da sessão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exploração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Scripted × exploratório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Caçar bugs na busca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 exploratório?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EXPLORATÓRIO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 sistema enquanto projeta, executa e aprende — tudo ao mesmo tempo, sem roteiro fixo.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e adapta: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vê agora decide o próximo teste.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aleatório: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investigação guiada por experiência.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achar o inesperado: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nenhum roteiro previu.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o scripted: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os casos planejados.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 detetive entrando numa casa pela primeira vez: ele não tem checklist, mas repara no tapete torto, no cheiro estranho, na porta que range — e segue as pistas. Testar exploratório é seguir o faro.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Exploratório = investigação livre, mas com cabeça de detetive.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Session-based: dar método à exploração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POR SESSÕES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o teste exploratório em sessões curtas, focadas e com registro.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(missão):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'explorar a busca de vagas por bairro por 60 min'.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fixo (ex.: 45–90 min) sem interrupção.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que testou, achou e dúvidas.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rápida ao fim para alinhar achados.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expedição com prazo: 'temos 1 hora para explorar esta ala da casa e anotar tudo de errado'. Foco e relógio transformam curiosidade em resultado.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+ tempo + notas = exploração que vira evidência.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Tours: roteiros para explorar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TOURS EXPLORATÓRIOS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dinheiro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onde há valor: pagamento, valor da vaga.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sabotador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quebrar: campos vazios, textos enormes, emojis.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mochileiro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por todas as telas rapidamente.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antiquário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funções antigas e dados antigos.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criminoso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burlar regras e segurança.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 do azar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ruim, recarregar no meio, voltar.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Scripted × Exploratório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ESTILOS QUE SE COMPLETAM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Scripted (roteiro)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escritos antes, passo a passo.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Repetível e fácil de automatizar.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regressão e auditoria.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Exploratório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roteiro fixo, guiado pela investigação.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o inesperado e bugs de borda.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experiência de quem testa.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garante o básico; exploração descobre o que ninguém imaginou.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exploratório: projetar, executar e aprender ao mesmo tempo.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aleatório — é investigação guiada pela experiência.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dá método: charter, time-box, notas e debrief.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são roteiros de exploração (do dinheiro, do sabotador...).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é repetível; exploratório acha o inesperado — use os dois.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FreelaBairro, exploramos a busca para achar bugs de borda.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exploratório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Explorar, projetar e executar testes simultaneamente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testing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Gestão do teste exploratório por sessões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charter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Missão/objetivo de uma sessão exploratória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Tempo fixo reservado para a sessão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Conversa de fechamento sobre os achados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Roteiro temático para explorar o sistema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scripted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com roteiro escrito previamente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Adivinhação de erro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Prever onde defeitos costumam aparecer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Regra prática que guia a investigação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borda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Defeito em situações extremas/incomuns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Bach, J. / Bolton, M.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Session-Based Test Management e Rapid Software Testing.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Whittaker, J.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Exploratory Software Testing (tours).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12 — Testes Exploratórios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exploratórios e session-based testing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