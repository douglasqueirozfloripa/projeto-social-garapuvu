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Currículo, LinkedIn e portfólio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que você aprendeu em uma vaga de verdade.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Portfólio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Mostrar, não só contar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Currículo de QA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destacar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vitrine profissional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Entrevista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preparar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Erros comuns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projeto-vitrine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portfólio: mostre o que você faz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PORTFÓLIO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 confia mais no que vê funcionando do que em adjetivos no currículo.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FreelaBairro: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 ar + repositório no GitHub com seus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exemplos de casos e bugs que você achou.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 teste E2E ou de API rodando.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projeto, como rodar e o que você fez.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cardápio com foto: 'sei fazer lasanha' convence menos do que a foto da lasanha pronta. O portfólio é a foto do prato que você já cozinhou.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é prova prática — vale mais que promessa.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Currículo de QA júnior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DESTACAR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claro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'Analista de QA júnior' no topo, sem rodeios.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Postman, Cypress, Git, Jira — o que você usou.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Conceitos CTFL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Níveis, tipos, técnicas, rastreabilidade.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real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FreelaBairro e do GitHub.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(em andamento ou concluída).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página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direto; sem encher linguiça.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 sua vitrine 24h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recrutadores procuram. Um perfil ativo abre portas que o currículo sozinho não abre.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'QA Júnior | Testes Manuais e Automação | CTFL'.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sua história e o que busca, em 1ª pessoa.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o FreelaBairro com link.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comente e poste o que aprende — apareça.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placa luminosa da loja: mesmo fechada, ela diz quem você é e o que vende. Perfil parado é loja com a luz apagada.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ativo e claro faz o recrutador chegar até você.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Preparando a entrevista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ENTREVISTA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 com exemplos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FreelaBairro: 'achei este bug assim...'.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 o básico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Erro×defeito×falha, níveis, técnicas, pirâmide.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Mostre atitude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 e comunicação contam muito em QA.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Pergunte também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boas perguntas mostra interesse real.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mostra o que você faz — vale mais que adjetivos.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FreelaBairro (app + GitHub + testes) como projeto-vitrine.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Currículo de QA: objetivo claro, ferramentas, conceitos e 1 página.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é vitrine 24h: título claro, projetos fixados e atividade.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entrevista, conte com exemplos reais e revise os fundamentos.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Atitude, curiosidade e comunicação pesam muito em QA.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Coleção de trabalhos que comprovam sua habilidade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Arquivo que explica o projeto no repositório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Currículo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Resumo da sua experiência e habilidades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Rede social profissional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Habilidades de comportamento (comunicação, etc.)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Habilidades técnicas (ferramentas, conceitos)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júnior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Profissional de qualidade em início de carreira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Quem seleciona candidatos para vagas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Construir rede de contatos profissionais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Apresentação curta de quem você é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GitHub.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Perfis e repositórios como vitrine profissional.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Trilha de carreira do Certified Tester.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19 — Currículo, LinkedIn e Portfólio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Currículo, LinkedIn e portfólio</dc:title>
  <dc:subject>PptxGenJS Presentation</dc:subject>
  <dc:creator>Douglas Adriano Queiroz</dc:creator>
  <cp:lastModifiedBy>Douglas Adriano Queiroz</cp:lastModifiedBy>
  <cp:revision>1</cp:revision>
  <dcterms:created xsi:type="dcterms:W3CDTF">2026-06-22T12:29:47Z</dcterms:created>
  <dcterms:modified xsi:type="dcterms:W3CDTF">2026-06-22T12:29:47Z</dcterms:modified>
</cp:coreProperties>
</file>