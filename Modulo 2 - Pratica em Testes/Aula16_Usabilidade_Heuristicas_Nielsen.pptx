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2 · AULA 16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16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de usabilidade e heurísticas de Nielsen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se o app é fácil e agradável de usar — com critérios consagrados.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de usabilidade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reais usando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heurísticas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de Nielsen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Avaliação heurística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avaliam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Conduzir um teste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e observação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Sucesso, tempo, satisfação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FreelaBairro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vaga sem ajuda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16 — Usabilidade e Heurísticas de Nielsen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de usabilidade com usuários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USABILIDADE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tarefas reais a pessoas representativas e observar onde elas travam — sem ajudar.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Tarefa, não pergunta: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'publique uma vaga de pintor no seu bairro'.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Observe, não conduza: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silêncio revela onde o app confunde.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alto: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para a pessoa narrar o que pensa.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usuários bastam: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pessoas já revelam a maioria dos problemas.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convidar alguém que nunca entrou na sua casa e pedir 'faça um café'. Se a pessoa não acha a cozinha, abre 3 armários errados e desiste, o problema é o layout da casa — não a pessoa.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trava não é 'burro' — é o app que não está claro.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16 — Usabilidade e Heurísticas de Nielsen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10 heurísticas de Nielsen (1–5)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HEURÍSTICAS DE NIELSEN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18488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175016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9344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Visibilidade do status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938528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avisa o que está acontecendo (ex.: 'vaga publicada com sucesso').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87168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624328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82" y="275600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15184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Linguagem do usuário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417320" y="2944368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 como a pessoa fala, não em 'tecniquês'.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93008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630168"/>
            <a:ext cx="548640" cy="54864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76184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621024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Controle e liberdade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950208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desfazer e sair fácil (saída de emergência).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498848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4636008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476768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626864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Consistência e padrões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417320" y="4956048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botão faz a mesma coisa em todo lugar.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504688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641848"/>
            <a:ext cx="548640" cy="54864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577352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632704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Prevenção de erros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17320" y="5961888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o erro antes que ele aconteça.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0" name="Text 2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16 — Usabilidade e Heurísticas de Nielsen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10 heurísticas de Nielsen (6–10)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HEURÍSTICAS DE NIELSEN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18488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175016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9344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Reconhecer, não lembrar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938528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as opções; não exigir memória do usuário.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87168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624328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82" y="275600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15184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Flexibilidade e eficiência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417320" y="2944368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Atalhos para experientes, simplicidade para novatos.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93008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630168"/>
            <a:ext cx="548640" cy="54864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76184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621024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 Design minimalista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950208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essencial na tela; nada de poluição visual.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498848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4636008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476768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626864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 Ajudar a se recuperar de erros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417320" y="4956048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clara: o que houve e como resolver.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504688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641848"/>
            <a:ext cx="548640" cy="54864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577352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632704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 Ajuda e documentação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17320" y="5961888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preciso, a ajuda existe e é fácil de achar.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0" name="Text 2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16 — Usabilidade e Heurísticas de Nielsen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Conduzindo um teste de usabilidade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9462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70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quer descobrir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177796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442972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237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34412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Recrutar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552700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usuários típicos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07212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337304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18126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134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28744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Tarefas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447032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reais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966460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6231636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12458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466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23076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341364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ajudar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86079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8125968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606790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798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17408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Analisar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235696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de problema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755124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27"/>
          <p:cNvSpPr/>
          <p:nvPr/>
        </p:nvSpPr>
        <p:spPr>
          <a:xfrm>
            <a:off x="10020300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501122" y="1783080"/>
            <a:ext cx="658368" cy="658368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9130" y="1941088"/>
            <a:ext cx="342351" cy="34235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11740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Melhorar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10130028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correções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usabilidade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sucesso (concluiu a tarefa?), tempo na tarefa, número de erros e satisfação (ex.: questionário SUS). No FreelaBairro: quantos publicam uma vaga de primeira, sem perguntar nada?</a:t>
            </a:r>
            <a:endParaRPr lang="en-US" sz="1350" dirty="0"/>
          </a:p>
        </p:txBody>
      </p:sp>
      <p:sp>
        <p:nvSpPr>
          <p:cNvPr id="42" name="Shape 3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43" name="Text 3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16 — Usabilidade e Heurísticas de Nielsen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usabilidade: dar tarefas reais e observar sem ajudar.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usuários já revelam a maioria dos problemas de usabilidade.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heurística usa as 10 regras de Nielsen como checklist.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visível, linguagem do usuário, prevenção e recuperação de erros.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taxa de sucesso, tempo, erros e satisfação.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usuário trava, o problema é o design — não a pessoa.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16 — Usabilidade e Heurísticas de Nielsen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Facilidade e satisfação ao usar o sistema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usabilidade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Observar usuários reais executando tarefas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Regra prática de boa interface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heurística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Especialistas avaliam a interface por regras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Autor das 10 heurísticas de usabilidade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aloud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Usuário narra em voz alta o que pensa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sucesso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% de usuários que concluem a tarefa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System Usability Scale — questionário de satisfação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Perfil representativo de usuário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Sequência de telas para concluir uma tarefa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16 — Usabilidade e Heurísticas de Nielsen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CTFL v4.0 (PT-BR) e Glossário oficial — glossary.istqb.org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Nielsen, J. (NN/g).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 Usability Heuristics for User Interface Design.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Krug, 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Não Me Faça Pensar (Don't Make Me Think).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FreelaBairro — vagas de freelancer por bairro em Floripa e Jaraguá do Sul.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16 — Usabilidade e Heurísticas de Nielsen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de usabilidade e heurísticas de Nielsen</dc:title>
  <dc:subject>PptxGenJS Presentation</dc:subject>
  <dc:creator>Douglas Adriano Queiroz</dc:creator>
  <cp:lastModifiedBy>Douglas Adriano Queiroz</cp:lastModifiedBy>
  <cp:revision>1</cp:revision>
  <dcterms:created xsi:type="dcterms:W3CDTF">2026-06-22T12:29:46Z</dcterms:created>
  <dcterms:modified xsi:type="dcterms:W3CDTF">2026-06-22T12:29:46Z</dcterms:modified>
</cp:coreProperties>
</file>