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18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GitHub, frameworks e boas práticas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em equipe no código e escrever software de qualidade.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× GitHub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× plataforma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 essenciais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a dia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e Pull Request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em equipe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reinventar a roda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se entende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o projeto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× GitHub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CONFUNDA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(a ferramenta)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versiona o código na sua máquina.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commits, branches e histórico.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até sem internet.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(a plataforma)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que hospeda repositórios Git na nuvem.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Colaboração: Pull Requests, revisão, issues.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do seu portfólio para recrutadores.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versiona; GitHub reúne, compartilha e mostra o trabalho.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 do dia a dia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ESSENCIAL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/ pull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o projeto e trazer novidades.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 que vai no próximo commit.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a 'foto' com uma mensagem.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seus commits para o GitHub.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/ checkout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trocar de linha de trabalho.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uma branch na principal.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 de trabalho com Pull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TRABALHO EM EQUIPE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462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70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para sua tarefa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77796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42972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37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34412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52700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e salve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212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337304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18126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34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28744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447032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ao GitHub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231636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12458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66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3076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 Request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341364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para juntar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6079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8125968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06790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798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17408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235696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 revisa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55124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10020300" y="1554480"/>
            <a:ext cx="1620012" cy="2377440"/>
          </a:xfrm>
          <a:prstGeom prst="roundRect">
            <a:avLst>
              <a:gd name="adj" fmla="val 564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501122" y="178308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130" y="1941088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11740" y="2560320"/>
            <a:ext cx="1437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130028" y="3108960"/>
            <a:ext cx="1400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na principal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Pull Request (PR)?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 é onde acontece a revisão de código (lembra a Aula 3?). Ninguém mexe direto na linha principal: tudo passa por uma branch e pela revisão de outra pessoa antes de entrar. Isso pega bugs cedo e espalha conhecimento no time.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Frameworks: não reinventar a roda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são 'kits' prontos que resolvem o trabalho repetitivo, deixando você focar no que é seu.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Vue, Angular ajudam a montar as telas.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Node/Express, Spring, Django montam a API.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JUnit, Pytest, Cypress estruturam os testes.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 do zero, mais padrão e comunidade.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comprar a estrutura de drywall pronta em vez de fabricar cada parede do zero. Você ainda decide o layout, mas não perde tempo serrando tábua — o kit já vem testado por milhares de obras.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= base testada pela comunidade; você foca no seu problema.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de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QUALIDADE DESDE A ORIGEM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Nomes claros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valorDaVaga é melhor que x2 ou tmp.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Funções pequenas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função faz uma coisa bem feita.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repetir (DRY)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duplicado = bug duplicado.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Comentar o porquê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a intenção, não o óbvio.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junto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novo nasce com teste.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e limpar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 código melhor do que achou.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é a ferramenta de versionamento; GitHub é a plataforma na nuvem.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essenciais: clone, add, commit, push, branch, merge.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traz revisão de código antes de entrar na principal.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evitam reinventar a roda no front, back e testes.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nomes claros, funções pequenas, não repetir, testar.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repositório no GitHub é também seu portfólio para recrutadores.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de versionamento de código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Plataforma na nuvem para repositórios Git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Pasta do projeto versionada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(PR)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Pedido para juntar mudanças, com revisão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Juntar mudanças de uma branch em outra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Registro de tarefa ou bug no GitHub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Estrutura pronta que acelera o desenvolvimento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React/Vue/Angular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Frameworks de frontend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Don't Repeat Yourself — não repita código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Revisão de código por outra pessoa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 (docs.github.com).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Guias de Git, branches e Pull Requests.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Martin, R. C.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Código Limpo (Clean Code).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18 — GitHub, Frameworks e Boas Práticas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GitHub, frameworks e boas práticas</dc:title>
  <dc:subject>PptxGenJS Presentation</dc:subject>
  <dc:creator>Douglas Adriano Queiroz</dc:creator>
  <cp:lastModifiedBy>Douglas Adriano Queiroz</cp:lastModifiedBy>
  <cp:revision>1</cp:revision>
  <dcterms:created xsi:type="dcterms:W3CDTF">2026-06-22T12:29:47Z</dcterms:created>
  <dcterms:modified xsi:type="dcterms:W3CDTF">2026-06-22T12:29:47Z</dcterms:modified>
</cp:coreProperties>
</file>