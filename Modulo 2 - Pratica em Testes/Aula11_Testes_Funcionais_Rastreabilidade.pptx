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funcionais e rastreabilidade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ao caso de teste — e como ligar tudo para não perder nada.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funcional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o que o sistema faz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de teste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do teste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Gherkin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Dado-Quando-Então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Rastreabilidade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requisito ↔ teste ↔ bug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rastreabilidade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visível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vaga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 funcional?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cada função do sistema entrega o resultado esperado, segundo os requisitos.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requisitos: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de negócio vira um ou mais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pelo comportamento, sem olhar o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'dado isto, o sistema faz aquilo?'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publicar uma vaga válida, ela aparece na busca do bairro.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conferir cada função da casa: a campainha toca? a descarga funciona? o portão abre com o controle? Você não liga se é elétrico ou hidráulico por dentro — só se a função faz o que promete.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= comparar o que o sistema faz com o que ele deveria fazer.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anatomia de um caso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DE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caso de teste é uma receita que qualquer pessoa consegue repetir e chegar ao mesmo resultado.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 título: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 — Publicar vaga com dados válidos.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logado; bairro 'Centro / Floripa' cadastrado.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título, valor R$ 200, bairro; clicar Publicar.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salva e visível na busca do Centro.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receita de bolo: ingredientes (pré-condições), modo de preparo (passos) e foto do bolo pronto (resultado esperado). Sem o resultado esperado, ninguém sabe se o bolo deu certo.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resultado esperado, não é teste — é só 'mexer no sistema'.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Escrevendo no formato Gherkin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DADO-QUANDO-ENTÃO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 (Given)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inicial. Ex.: 'Dado que estou logado e há o bairro Centro'.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(When)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ação. Ex.: 'Quando publico uma vaga de R$ 200 no Centro'.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Então (Then)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resultado. Ex.: 'Então a vaga aparece na busca do Centro'.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Linguagem comum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dev e QA leem e entendem igual.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 automação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formato conecta direto a testes automatizados.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ambiguidade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é claro e verificável.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Rastreabilidade: ligar tudo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corrente que liga requisito → caso de teste → execução → defeito. Permite saber o que está coberto.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cima para baixo: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requisito tem ao menos um teste?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baixo para cima: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teste serve a um requisito real?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um requisito? sei quais testes refazer.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 o que ainda não foi testado.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planta da casa com cada item numerado: 'tomada 12 → circuito 3 → disjuntor B'. Se o disjuntor B cai, você sabe na hora quais tomadas pararam. Sem isso, é tentativa e erro.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responde: 'isso já foi testado? o que quebra se eu mudar?'.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requisito ao bug — sem perder o fio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DE RASTREABILIDADE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vaga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teste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CT-01, CT-02...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Passou/Falhou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Defeito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ligado ao CT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Reteste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correção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rastreabilidade (na prática)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simples: cada linha é um requisito, cada coluna mostra os casos de teste, o status e os bugs ligados. Bate o olho e você vê: requisito sem teste (perigo!) e teste falhando (risco aberto).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funcional compara o que o sistema faz com o que deveria fazer.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= ID, pré-condição, passos e resultado esperado.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(Dado-Quando-Então) é claro para todos e vira automação.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liga requisito ↔ teste ↔ execução ↔ defeito.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rastreabilidade revela requisitos sem teste e riscos abertos.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FreelaBairro, cada regra de vaga vira casos de teste rastreáveis.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funcional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 o que o sistema faz, segundo requisitos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Receita: pré-condição, passos e resultado esperado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deveria acontecer se estiver correto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Formato Dado-Quando-Então para escrever testes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Given-When-Then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Dado (contexto), Quando (ação), Então (resultado)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Ligação entre requisito, teste e defeito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rastreabilidade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Tabela que mostra cobertura de requisitos por testes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requisitos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de requisitos com testes associados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Estado necessário antes de executar o teste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Behavior Driven Development — desenvolvimento guiado por comportamento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1.4 e 4.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Testware, rastreabilidade e técnicas funcionais.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11 — Testes Funcionais e Rastreabilidade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funcionais e rastreabilidade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