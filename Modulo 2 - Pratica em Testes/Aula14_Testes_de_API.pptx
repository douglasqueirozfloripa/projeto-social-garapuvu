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2 · AULA 14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14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de API (Postman / Insomnia)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o 'cérebro' do sistema, por trás da tela.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API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casa, as portas e a chave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Métodos HTTP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POST, PUT, DELETE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codes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200, 404, 500...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Requisição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URL, headers, body, token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validar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corpo, tempo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do FreelaBairro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 e bairros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14 — Testes de API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uma API? (a analogia da casa)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CONCEITO CENTRAL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é a forma como dois sistemas conversam. Pense na sua casa: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casa = a API: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que guarda e entrega os dados (as vagas).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portas = os endpoints: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porta dá acesso a uma coisa: /vagas, /bairros.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chave = o token/credenciais: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chave certa, a porta não abre.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≠ API: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bonito é a fachada; a API é o que faz o trabalho por trás.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Visitantes (o app, outro sistema) batem em portas específicas (endpoints) da sua casa (API). O porteiro confere a chave (token). Pela porta certa, entregam ou pegam algo (os dados). Testar API é checar se cada porta abre certo, só para quem tem a chave, e devolve o que promete.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= casa; endpoints = portas; token = chave. Guarde essa imagem.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14 — Testes de API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Métodos HTTP: o que você quer fazer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VERBOS HTTP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— pegar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dados. Ex.: GET /vagas?bairro=Centro lista as vagas do Centro.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27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64808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— criar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64808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algo novo. Ex.: POST /vagas cadastra uma vaga nova.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PUT/PATCH — atualizar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algo existente. Ex.: PUT /vagas/10 edita a vaga 10.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08776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27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64808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— apagar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64808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Remover. Ex.: DELETE /vagas/10 exclui a vaga 10.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14 — Testes de API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codes: a resposta do porteiro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CÓDIGOS DE RESPOSTA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2xx — Deu certo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OK, 201 Criado. A porta abriu e entregou.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3xx — Redireciona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recurso está em outro lugar.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4xx — Erro seu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dados ruins, 401 sem chave, 404 porta não existe.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5xx — Erro do servidor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 casa pegou fogo por dentro (bug no servidor).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401 × 403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= sem login; 403 = logado, mas sem permissão.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404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ou recurso não encontrado.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14 — Testes de API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Testando a API no Postman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MÃO NA MASSA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8895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904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URL + método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POST /vagas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5666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21838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92094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102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13278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Auth/token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31566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 a chave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29861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095037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65292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300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6477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204765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o JSON da vaga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103059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68235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38490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499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9675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Enviar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77963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a requisição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37625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641434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11689" y="1783080"/>
            <a:ext cx="658368" cy="65836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697" y="1941088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32874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Validar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751162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a resposta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validar em cada resposta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Status code certo (201 ao criar?). 2) Corpo correto (voltou a vaga com id?). 3) Estrutura/schema (campos e tipos certos?). 4) Tempo de resposta aceitável. 5) Segurança (sem token, recebe 401?).</a:t>
            </a:r>
            <a:endParaRPr lang="en-US" sz="1350" dirty="0"/>
          </a:p>
        </p:txBody>
      </p:sp>
      <p:sp>
        <p:nvSpPr>
          <p:cNvPr id="36" name="Shap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7" name="Text 30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14 — Testes de API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negativos e de segurança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TESTE SÓ O 'CAMINHO FELIZ'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API tem que se comportar bem também quando recebe coisa errada ou maliciosa.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inválidos: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/vagas com valor negativo deve retornar 400, não salvar.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token: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porta protegida sem chave deve dar 401.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faltando: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 sem título deve ser recusada com mensagem clara.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gigante ou muitos pedidos não podem derrubar a casa.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basta testar se a porta abre para o morador. Teste também se ela TRANCA para o estranho e se aguenta alguém empurrando com força.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feliz é metade do trabalho; testar o erro é o que protege.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14 — Testes de API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a porta fica destrancada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REAIS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de API mal testada já expuseram dados de milhões de pessoas.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Autorização quebrada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de falha mais comum em APIs (lista OWASP): a porta abre para qualquer um, ou um usuário acessa dados de outro só trocando o id na URL (ex.: /vagas/10 → /usuarios/11).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5712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Vazamento por API exposta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2025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já vazaram milhões de registros porque uma API ficou sem autenticação ('porta sem chave'). Testar autenticação e autorização não é opcional.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527151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0757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21208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porta protegida precisa de teste: abre para quem tem a chave, tranca para o resto.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0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14 — Testes de API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= casa; endpoints = portas; token/credenciais = chave.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HTTP: GET (ler), POST (criar), PUT/PATCH (atualizar), DELETE (apagar).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2xx ok, 4xx erro do cliente, 5xx erro do servidor.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Postman: monta URL+método, token, body; valida status, corpo e tempo.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o caminho feliz E os negativos (dados inválidos, sem token).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quebrada é a falha de API mais comum — sempre teste.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14 — Testes de API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Application Programming Interface — como sistemas conversam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450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450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468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Endereço/porta de acesso a um recurso da API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29184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29184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31012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Protocolo de comunicação da web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413308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13308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415137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GET/POST/PUT/DELETE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Verbos: ler, criar, atualizar, apagar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97433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97433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99262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Código numérico da resposta (200, 404, 500...)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Formato de dados usado nas requisições/respostas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Credencial que autoriza o acesso (a 'chave')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Cabeçalho da requisição (ex.: autenticação, tipo)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Postman/Insomnia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Ferramentas para testar APIs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Organização que lista os principais riscos de segurança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14 — Testes de API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CTFL v4.0 (PT-BR) e Glossário oficial — glossary.istqb.org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Learning Center.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Documentação de testes de API.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API Security Top 10.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Principais riscos de segurança em APIs.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FreelaBairro — vagas de freelancer por bairro em Floripa e Jaraguá do Sul.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14 — Testes de API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Testes de API (Postman / Insomnia)</dc:title>
  <dc:subject>PptxGenJS Presentation</dc:subject>
  <dc:creator>Douglas Adriano Queiroz</dc:creator>
  <cp:lastModifiedBy>Douglas Adriano Queiroz</cp:lastModifiedBy>
  <cp:revision>1</cp:revision>
  <dcterms:created xsi:type="dcterms:W3CDTF">2026-06-22T12:29:46Z</dcterms:created>
  <dcterms:modified xsi:type="dcterms:W3CDTF">2026-06-22T12:29:46Z</dcterms:modified>
</cp:coreProperties>
</file>