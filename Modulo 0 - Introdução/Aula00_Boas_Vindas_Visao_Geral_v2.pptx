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DE ABERTURA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Bem-vindo ao Projeto Social Garapuvu 2026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que transforma carreiras — de Florianópolis para o mundo.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veremos nesta abertura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Garapuvu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existimos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e suporte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3 módulos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jornada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projeto-app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FreelaBairro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Requisitos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participar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Projeto Garapuvu?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SOMOS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2020, ensinamos lógica, desenvolvimento e testes de software de forma 100% gratuita — e, agora, IA aplicada ao desenvolvimento.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e remoto: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 e-mail e um computador com internet.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global: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formou alunos de vários estados e até da Guiné-Bissau.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horas: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aulas, do fundamento à inteligência artificial.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de origens diferentes unidas pelo mesmo propósito: aprender.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'Garapuvu'?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garapuvu é a árvore símbolo de Florianópolis, de flores amarelas. Como ela, o projeto cresce forte e dá frutos: carreiras novas em tecnologia. Daí o nosso verde e amarelo.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curso gratuito que abre as portas da tecnologia para qualquer pessoa.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o Garapuvu existe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Capacitação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quem atua ou quer atuar em tecnologia.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Conexão com o mercado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Aproximar empresas e criar um banco de talentos.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profissionais e mentores na tutoria.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Multiplicação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novos tutores e professores.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Desenvolvimento nacional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o Brasil a crescer com tecnologia.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social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tecnologia para qualquer origem ou país.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o curso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DIA A DIA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Encontros ao vivo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Quartas-feiras, das 19h às 21h, via Google Meet.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Suporte na semana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disponíveis para tirar dúvidas.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Floripa para o mundo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em Santa Catarina, hoje em todo o Brasil.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Rumo ao CTFL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a certificação internacional de testes.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 jornada: 3 módulos + bônus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304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53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testes (CTFL) — Aulas 1 a 10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49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4543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1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1578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9866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em testes — Aulas 11 a 20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6041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49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3076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1364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 GitHub Copilot (VS Code) — Aulas 21 a 26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79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539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47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82862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 mercado — SQL, ferramentas, mobile e bugs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fundamento à inteligência artificial — e além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pela base sólida (o que é qualidade e como testar), passamos para a mão na massa (automação, API, deploy) e chegamos ao que há de mais moderno: desenvolver e testar com IA. Um Módulo Bônus reforça temas muito pedidos no mercado: SQL e validação em banco, ferramentas (Jira, Azure DevOps, Postman, Cypress/Playwright), testes mobile e documentação de bugs.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Nosso projeto-app: FreelaBairro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de verdade que vamos construir e testar ao longo do curso — e que vira o seu portfólio.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e encontrar vagas de freelancer por bairro em Floripa e Jaraguá do Sul.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 regras de negócio e telas para o usuário.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de verdade: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teste, API, automação E2E e usabilidade.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apoio de 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Módulo 3, construímos e testamos usando IA e o GitHub Copilot no VS Code.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um app só nosso?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testando um sistema real fixa muito mais do que slides. E, no fim, você sai com um app no ar e no GitHub para mostrar a recrutadores — sua prova prática.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termina o curso com um projeto real no portfólio.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pode participar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partir de 16 anos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de 18 precisam de autorização dos pais/responsáveis.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e-mail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Google, Yahoo ou similar.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Computador com internet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acompanhar as aulas e praticar.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Vontade de aprender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 compartilhar conhecimento. Qualquer nacionalidade.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Vamos começar!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51607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3441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Garapuvu: curso gratuito de testes, desenvolvimento e IA, desde 2020.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156155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19842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às quartas, 19h–21h, online, com suporte na semana.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2796235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26243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módulos: Fundamentos (CTFL), Prática e IA + GitHub Copilot (VS Code).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436315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26440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Bônus: SQL, ferramentas de mercado, testes mobile e documentação de bugs.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076395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39044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Construiremos juntos o app FreelaBairro — seu projeto-portfólio.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40080" y="461772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471647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45445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aula tem analogias do dia a dia, exemplos reais e glossário.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835" y="5356555"/>
            <a:ext cx="213970" cy="21397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234440" y="5184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te preparar para a certificação CTFL e para o mercado.</a:t>
            </a:r>
            <a:endParaRPr lang="en-US" sz="1350" dirty="0"/>
          </a:p>
        </p:txBody>
      </p:sp>
      <p:sp>
        <p:nvSpPr>
          <p:cNvPr id="27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8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Garapuvu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Árvore símbolo de Florianópolis; nome e identidade do projeto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Certified Tester Foundation Level — certificação base de testes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52958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52958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4787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Quality Assurance — garantia da qualidade de software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60857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60857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62686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Inteligência Artificial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44982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44982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46811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FreelaBairro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 do curso: vagas de freelancer por bairro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Parte visual do app (telas)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Parte que processa regras e dados (API)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trabalhos que comprovam sua habilidade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Bloco de aulas com um tema (1: fundamentos, 2: prática, 3: IA)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Acompanhamento de um profissional mais experiente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Plano do curso e inscrições. Instrutor: Douglas Adriano Queiroz.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 do conteúdo de testes (Módulo 1) — bstqb.org.br.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Aula 1 — Fundamentos, riscos e estratégias de teste.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Aula de Abertura — Visão Geral do Curso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Bem-vindo ao Projeto Social Garapuvu 2026</dc:title>
  <dc:subject>PptxGenJS Presentation</dc:subject>
  <dc:creator>Douglas Adriano Queiroz</dc:creator>
  <cp:lastModifiedBy>Douglas Adriano Queiroz</cp:lastModifiedBy>
  <cp:revision>1</cp:revision>
  <dcterms:created xsi:type="dcterms:W3CDTF">2026-06-22T14:59:30Z</dcterms:created>
  <dcterms:modified xsi:type="dcterms:W3CDTF">2026-06-22T14:59:30Z</dcterms:modified>
</cp:coreProperties>
</file>