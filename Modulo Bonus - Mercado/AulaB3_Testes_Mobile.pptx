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31520"/>
            <a:ext cx="1371600" cy="13716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106070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CCC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BÔNUS · AULA B3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Bônus 3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754880" y="182880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Testes mobile (Android e iOS)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4800600" y="3703320"/>
            <a:ext cx="1371600" cy="7315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4754880" y="38862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apps de celular tem desafios que o desktop não tem.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754880" y="6035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Instrutor: Douglas Adriano Queiroz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vamos ver hoje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BÔNUS 3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que mobile é diferente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desafios extras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testar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Cenários típicos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Ferramentas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Appium, Espresso, XCUITest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Device farm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Aparelhos na nuvem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Emulador × real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usar cada um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FreelaBairro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 vagas no celular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Bônus · Aula B3 — Testes Mobile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que mobile é diferente?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OS DESAFIOS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app de celular vive num ambiente muito mais imprevisível que um site no computador.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Fragmentação: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milhares de modelos, tamanhos de tela e versões de Android/iOS.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Interrupções: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ligação, notificação, bateria fraca no meio da tarefa.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instável: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4G que cai, Wi-Fi que oscila, modo avião.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Gestos e permissões: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toque, deslizar, girar a tela, acesso a câmera/localização.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no desktop é como testar uma casa fixa. Mobile é testar uma casa móvel (trailer): ela balança na estrada, às vezes falta energia, o sinal vai e volta — e ainda precisa funcionar em vários terrenos diferentes.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mobile, o 'ambiente' muda o tempo todo — e isso precisa ser testado.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Bônus · Aula B3 — Testes Mobile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testar num app mobile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CENÁRIOS TÍPICOS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Conectividade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em 4G fraco, offline, troca de rede.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Interrupções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Ligação/notificação no meio do cadastro.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Orientação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Girar a tela (retrato/paisagem).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Permissões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Aceitar/negar câmera, localização, fotos.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Recursos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de bateria, dados e memória.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Ciclo do app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Instalar, atualizar, abrir em 2º plano.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Bônus · Aula B3 — Testes Mobile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Ferramentas de teste mobile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AUTOMAÇÃO MOBILE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43153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497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Espresso (Android)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4974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nativa de apps Android (Google).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08776" y="1481328"/>
            <a:ext cx="543153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64808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8427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64808" y="2441448"/>
            <a:ext cx="497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XCUITest (iOS)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464808" y="2834640"/>
            <a:ext cx="4974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nativa de apps iOS (Apple).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675888"/>
            <a:ext cx="543153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4672" y="4636008"/>
            <a:ext cx="497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Appium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04672" y="5029200"/>
            <a:ext cx="4974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multiplataforma: um teste para Android e iOS.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08776" y="3675888"/>
            <a:ext cx="543153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64808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8427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64808" y="4636008"/>
            <a:ext cx="497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Device Farms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464808" y="5029200"/>
            <a:ext cx="4974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BrowserStack, Sauce Labs: aparelhos reais na nuvem.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5" name="Text 19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Bônus · Aula B3 — Testes Mobile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Emulador × aparelho real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ONDE TESTAR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3657600"/>
          </a:xfrm>
          <a:prstGeom prst="roundRect">
            <a:avLst>
              <a:gd name="adj" fmla="val 2500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191292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83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Emulador / Simulador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no computador; rápido e barato.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Ótimo para o desenvolvimento e testes iniciais.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reflete bem bateria, rede real e desempenho.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09360" y="1463040"/>
            <a:ext cx="5440680" cy="3657600"/>
          </a:xfrm>
          <a:prstGeom prst="roundRect">
            <a:avLst>
              <a:gd name="adj" fmla="val 2500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0" y="1737360"/>
            <a:ext cx="731520" cy="73152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245" y="191292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1783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Aparelho real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29400" y="260604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Comportamento fiel ao do usuário.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Essencial para rede, gestos, câmera e performance.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caro de manter uma variedade de modelos.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5257800"/>
            <a:ext cx="11109960" cy="731520"/>
          </a:xfrm>
          <a:prstGeom prst="roundRect">
            <a:avLst>
              <a:gd name="adj" fmla="val 12500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534009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03" y="5476159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5349240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Desenvolva no emulador; valide o que importa no aparelho real.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9" name="Text 14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Bônus · Aula B3 — Testes Mobile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Quando o app quebra só no celular de alguém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CASOS REAIS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fragmentação faz um app funcionar no seu aparelho e falhar no de milhares de usuários.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40680" cy="2788920"/>
          </a:xfrm>
          <a:prstGeom prst="roundRect">
            <a:avLst>
              <a:gd name="adj" fmla="val 3279"/>
            </a:avLst>
          </a:prstGeom>
          <a:solidFill>
            <a:srgbClr val="FFE0B2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395728"/>
            <a:ext cx="731520" cy="73152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13" y="2571293"/>
            <a:ext cx="380390" cy="3803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395728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2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Tela que não cabe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59536" y="3246120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botão essencial fica fora da área visível em telas menores ou com fonte ampliada — o usuário simplesmente não consegue concluir a ação.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09360" y="2148840"/>
            <a:ext cx="5440680" cy="2788920"/>
          </a:xfrm>
          <a:prstGeom prst="roundRect">
            <a:avLst>
              <a:gd name="adj" fmla="val 3279"/>
            </a:avLst>
          </a:prstGeom>
          <a:solidFill>
            <a:srgbClr val="FFE0B2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01968" y="2395728"/>
            <a:ext cx="731520" cy="73152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7533" y="2571293"/>
            <a:ext cx="380390" cy="3803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98080" y="2395728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2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Permissão negada trava tudo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620256" y="3246120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app assume que a permissão de localização foi concedida; quando o usuário nega, a tela congela. Só testar o 'caminho infeliz' pega isso.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5120640"/>
            <a:ext cx="11109960" cy="868680"/>
          </a:xfrm>
          <a:prstGeom prst="roundRect">
            <a:avLst>
              <a:gd name="adj" fmla="val 10526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77240" y="527151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03" y="5407579"/>
            <a:ext cx="294803" cy="29480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5212080"/>
            <a:ext cx="9921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em poucos modelos não basta: priorize os aparelhos que seus usuários usam.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0" name="Text 1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Bônus · Aula B3 — Testes Mobile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700430"/>
            <a:ext cx="427939" cy="4279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502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Resumão da aula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" y="1698955"/>
            <a:ext cx="213970" cy="2139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1527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tem desafios extras: fragmentação, interrupções, rede e gestos.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40080" y="2350008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" y="2448763"/>
            <a:ext cx="213970" cy="21397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22768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conectividade, permissões, orientação, bateria e ciclo do app.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640080" y="3099816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" y="3198571"/>
            <a:ext cx="213970" cy="21397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34440" y="302666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Ferramentas: Espresso (Android), XCUITest (iOS) e Appium (multiplataforma).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640080" y="3849624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" y="3948379"/>
            <a:ext cx="213970" cy="21397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34440" y="3776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farms (BrowserStack, Sauce) dão acesso a aparelhos reais na nuvem.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640080" y="4599432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35" y="4698187"/>
            <a:ext cx="213970" cy="21397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34440" y="452628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Emulador para desenvolver; aparelho real para validar o que importa.</a:t>
            </a:r>
            <a:endParaRPr lang="en-US" sz="1500" dirty="0"/>
          </a:p>
        </p:txBody>
      </p:sp>
      <p:sp>
        <p:nvSpPr>
          <p:cNvPr id="21" name="Shape 13"/>
          <p:cNvSpPr/>
          <p:nvPr/>
        </p:nvSpPr>
        <p:spPr>
          <a:xfrm>
            <a:off x="640080" y="534924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835" y="5447995"/>
            <a:ext cx="213970" cy="21397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234440" y="527608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Priorize a matriz de aparelhos pelo que seus usuários realmente usam.</a:t>
            </a:r>
            <a:endParaRPr lang="en-US" sz="1500" dirty="0"/>
          </a:p>
        </p:txBody>
      </p:sp>
      <p:sp>
        <p:nvSpPr>
          <p:cNvPr id="24" name="Shape 1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5" name="Text 16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Bônus · Aula B3 — Testes Mobile</a:t>
            </a:r>
            <a:endParaRPr lang="en-US" sz="900" dirty="0"/>
          </a:p>
        </p:txBody>
      </p:sp>
      <p:sp>
        <p:nvSpPr>
          <p:cNvPr id="26" name="Text 17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Glossário da aula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7" name="Text 4"/>
          <p:cNvSpPr/>
          <p:nvPr/>
        </p:nvSpPr>
        <p:spPr>
          <a:xfrm>
            <a:off x="704088" y="138988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testing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Teste de aplicativos para celular/tablet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221284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21284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" y="223113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Fragmentação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Grande variedade de aparelhos, telas e versões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" y="305409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305409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3" name="Text 10"/>
          <p:cNvSpPr/>
          <p:nvPr/>
        </p:nvSpPr>
        <p:spPr>
          <a:xfrm>
            <a:off x="704088" y="307238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Emulador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Aparelho virtual rodando no computador (Android)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02920" y="3895344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3895344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6" name="Text 13"/>
          <p:cNvSpPr/>
          <p:nvPr/>
        </p:nvSpPr>
        <p:spPr>
          <a:xfrm>
            <a:off x="704088" y="3913632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Equivalente da Apple para iOS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02920" y="4736592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2920" y="4736592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9" name="Text 16"/>
          <p:cNvSpPr/>
          <p:nvPr/>
        </p:nvSpPr>
        <p:spPr>
          <a:xfrm>
            <a:off x="704088" y="4754880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Appium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Ferramenta de automação mobile multiplataforma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63640" y="137160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63640" y="137160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2" name="Text 19"/>
          <p:cNvSpPr/>
          <p:nvPr/>
        </p:nvSpPr>
        <p:spPr>
          <a:xfrm>
            <a:off x="6464808" y="138988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Espresso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Framework de automação nativo do Android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263640" y="221284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221284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5" name="Text 22"/>
          <p:cNvSpPr/>
          <p:nvPr/>
        </p:nvSpPr>
        <p:spPr>
          <a:xfrm>
            <a:off x="6464808" y="223113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XCUITest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Framework de automação nativo do iOS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263640" y="305409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263640" y="305409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8" name="Text 25"/>
          <p:cNvSpPr/>
          <p:nvPr/>
        </p:nvSpPr>
        <p:spPr>
          <a:xfrm>
            <a:off x="6464808" y="307238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farm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Serviço com aparelhos reais na nuvem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263640" y="3895344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263640" y="3895344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1" name="Text 28"/>
          <p:cNvSpPr/>
          <p:nvPr/>
        </p:nvSpPr>
        <p:spPr>
          <a:xfrm>
            <a:off x="6464808" y="3913632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Permissões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Autorizações do app (câmera, localização etc.)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263640" y="4736592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63640" y="4736592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4" name="Text 31"/>
          <p:cNvSpPr/>
          <p:nvPr/>
        </p:nvSpPr>
        <p:spPr>
          <a:xfrm>
            <a:off x="6464808" y="4754880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Gestos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Toques e movimentos (tocar, deslizar, pinçar)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6" name="Text 3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Bônus · Aula B3 — Testes Mobile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Referências e para aprofundar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389888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Appium / Espresso / XCUITest Docs.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Documentação oficial de automação mobile.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2066544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066544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084832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BrowserStack / Sauce Labs.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Plataformas de teste em aparelhos reais.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2761488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761488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779776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do curso: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exemplos aplicados ao app FreelaBairro — vagas de freelancer por bairro (Floripa / Jaraguá do Sul).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5" name="Text 12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Bônus · Aula B3 — Testes Mobile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Testes mobile (Android e iOS)</dc:title>
  <dc:subject>PptxGenJS Presentation</dc:subject>
  <dc:creator>Douglas Adriano Queiroz</dc:creator>
  <cp:lastModifiedBy>Douglas Adriano Queiroz</cp:lastModifiedBy>
  <cp:revision>1</cp:revision>
  <dcterms:created xsi:type="dcterms:W3CDTF">2026-06-22T14:48:08Z</dcterms:created>
  <dcterms:modified xsi:type="dcterms:W3CDTF">2026-06-22T14:48:08Z</dcterms:modified>
</cp:coreProperties>
</file>