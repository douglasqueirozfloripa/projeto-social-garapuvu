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Abertura e documentação de bugs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bug bem descrito é meio caminho para a correção.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do bug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 report 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Severidade × prioridade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mesma coisa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 de severidade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leve ao crítico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Evidências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vídeo e logs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vida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aberto ao fechado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descrever bem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anatomia de um bom relatório de bug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mal descrito volta para você ('não consegui reproduzir'). Bug bem descrito é corrigido rápido.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objetivo: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'Vaga com valor negativo é salva sem erro' (não 'deu errado').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para reproduzir: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 — qualquer pessoa repete e vê o problema.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× obtido: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acontecer e o que de fato aconteceu.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navegador/aparelho, versão, usuário, data/hora.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diferença entre dizer ao mecânico 'o carro faz barulho' e 'há um clique ao virar à esquerda acima de 40 km/h'. Quanto melhor a descrição, mais rápido o conserto — e sem o carro voltar pra você.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clara + esperado × obtido + ambiente = bug que se resolve.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Severidade × Prioridade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DUPLA QUE CONFUNDE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Severidade (impacto)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 defeito ESTRAGA o sistema.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pela técnica (QA/dev).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app fecha sozinho = alta severidade.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Prioridade (urgência)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quão RÁPIDO precisa ser corrigido.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pelo negócio (PO/cliente).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erro de logo na home = corrigir já (alta prioridade).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= tamanho do estrago; prioridade = pressa para corrigir. Podem divergir.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Exemplos: severidade e prioridade juntas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COMBINAM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 sev. + Alta prio.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pagamento aceita cobrança errada: estraga muito E precisa de correção imediata.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 sev. + Baixa prio.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rara que trava, usada por pouca gente: grave, mas pode esperar.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Baixa sev. + Alta prio.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empresa escrito errado na home: pequeno, mas embaraçoso — corrigir já.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Baixa sev. + Baixa prio.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torto numa tela interna: pode entrar na fila tranquilamente.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Evidências: mostre, não só conte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PROVAS DO BUG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transforma 'acho que tem um bug' em 'aqui está o bug'.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tela: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o erro com um círculo/seta.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/ GIF: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bugs de fluxo e de tempo.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 console: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de erro técnica (F12 → Console/Network).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usados: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vaga, qual usuário, quais valores reproduzem.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vistoria com foto: você não diz só 'tem infiltração'; você fotografa a mancha, marca o cômodo e anota o dia de chuva. Com a prova, ninguém duvida nem demora a agir.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evidência, o bug vira discussão; com evidência, vira tarefa.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 de vida de um bug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ABERTO AO FECHADO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Aberto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registra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Sev./prio. definidas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correção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resolve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Reteste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confirma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Fechado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Reaberto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voltar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na descrição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por relatório (não junte vários). Título específico e pesquisável. Seja factual, sem culpar ninguém ('o sistema faz X', não 'o dev errou'). Inclua sempre passos + evidência. No FreelaBairro: 'CT-12 — Vaga aceita valor negativo': passos, esperado (recusar com mensagem), obtido (salva R$ -50), print e o registro no banco.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= título objetivo, passos, esperado × obtido e ambiente.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= impacto técnico; Prioridade = urgência do negócio.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e prioridade podem divergir (ex.: logo errado na home).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(print, vídeo, logs, dados) tornam o bug inegável.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do bug: aberto → triagem → correção → reteste → fechado.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um bug por report, factual e sempre com evidência.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/ defeito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Problema no software que causa comportamento errado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bug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estruturado de um defeito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Refazer os passos que causam o bug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× obtido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deveria acontecer × o que aconteceu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o defeito impacta o sistema (técnico)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Quão urgente é corrigir (negócio)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Print, vídeo, log ou dado que comprova o bug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inicial que define severidade e prioridade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bug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Estados do bug, do aberto ao fechado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Confirmar que a correção resolveu o defeito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CTFL — Cap. 5.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Gestão de defeitos e relatórios de teste.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/ Jira.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de registro e triagem de bugs.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app FreelaBairro — vagas de freelancer por bairro (Floripa / Jaraguá do Sul).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B4 — Documentação de Bugs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Abertura e documentação de bugs</dc:title>
  <dc:subject>PptxGenJS Presentation</dc:subject>
  <dc:creator>Douglas Adriano Queiroz</dc:creator>
  <cp:lastModifiedBy>Douglas Adriano Queiroz</cp:lastModifiedBy>
  <cp:revision>1</cp:revision>
  <dcterms:created xsi:type="dcterms:W3CDTF">2026-06-22T14:48:08Z</dcterms:created>
  <dcterms:modified xsi:type="dcterms:W3CDTF">2026-06-22T14:48:08Z</dcterms:modified>
</cp:coreProperties>
</file>