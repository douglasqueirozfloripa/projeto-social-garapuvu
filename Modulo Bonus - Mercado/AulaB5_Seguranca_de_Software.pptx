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BÔNUS · AULA B5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Bônus 5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Segurança de software e boas práticas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dados e usuários — e um caso real: o Catch-Requests do Garapuvu.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BÔNUS 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segurança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Confidencialidade, integridade, disponibilidade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OWASP Top 10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falhas mais comuns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Boas práticas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 (e não fazer)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Segredos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NUNCA colocar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Catch-Requests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analisador na prática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Testar segurança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+ segurança juntos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B5 — Segurança de Software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segurança de software?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CONCEITO (TRÍADE CIA)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proteger o sistema e os dados contra acesso, uso ou alteração indevidos. Resume-se em três pilares: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quem tem permissão vê o dado (ex.: senha, dados do cliente).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dado não é alterado indevidamente (ex.: ninguém muda o valor de um contrato).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está no ar quando é preciso (resistir a quedas e ataques).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parte da qualidade: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inseguro não é software 'pronto'.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é a casa bem protegida: portas trancadas (só entra quem tem a chave = confidencialidade), paredes firmes que ninguém derruba por fora (integridade) e água/luz sempre funcionando (disponibilidade). E a chave você guarda no cofre — não embaixo do tapete.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Confidencialidade, Integridade e Disponibilidade — a tríade que guia tudo.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B5 — Segurança de Software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 falhas mais comuns (OWASP Top 10)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MAIS DÁ ERRADO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53768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482" y="208544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093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Controle de acesso quebrado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17320" y="19385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 abre para quem não devia (ex.: trocar o id na URL e ver dados de outro). É a nº 1.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08776" y="14813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9944" y="1953768"/>
            <a:ext cx="548640" cy="54864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618" y="208544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77456" y="16093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Injeção (SQL, etc.)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077456" y="19385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maliciosa vira comando (ex.: ' OR 1=1). Sempre validar e usar consultas parametrizadas.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1577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9808" y="3630168"/>
            <a:ext cx="548640" cy="54864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3761842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2857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Falhas de criptografia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17320" y="36149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sensível sem HTTPS ou senha sem hash. Proteja em trânsito e em repouso.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08776" y="31577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9944" y="3630168"/>
            <a:ext cx="548640" cy="54864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618" y="3761842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77456" y="32857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Configuração insegura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077456" y="36149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com senha padrão, erro detalhado exposto, porta aberta à toa.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8341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49808" y="5306568"/>
            <a:ext cx="548640" cy="54864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482" y="5438242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49621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Componentes vulneráveis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417320" y="52913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antiga com falha conhecida. Atualize e monitore dependências.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208776" y="48341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09944" y="5306568"/>
            <a:ext cx="548640" cy="54864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1618" y="5438242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77456" y="49621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Falhas de autenticação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077456" y="52913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fraca, sessão que não expira, token mal validado.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B5 — Segurança de Software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Boas práticas de segurança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FAZER SEMPRE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Force HTTPS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sempre cifrados em trânsito (HTTPS/HSTS). Nunca HTTP em produção.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Hash de senha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senha com hash forte (bcrypt/argon2) — nunca em texto puro.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Valide toda entrada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confie no que vem do cliente. Valide no backend também.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Menor privilégio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acessa só o que precisa (ex.: só contratante cria projeto).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Segredos no cofre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Chaves e senhas em variáveis de ambiente/cofre, fora do código e do Git.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Dependências atualizadas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npm audit/Dependabot e corrija bibliotecas vulneráveis.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B5 — Segurança de Software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Segredos: onde NUNCA colocar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ERRO MAIS COMUM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segredo (senha, chave, token) exposto é como deixar a chave da casa em local público.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código/no Git: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um que veja o repositório acha a chave. Use .env + .gitignore.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URL (query string):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vaza em logs, histórico do navegador e no header Referer.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token (JWT):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é Base64, NÃO é criptografado — qualquer um decodifica e lê.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nosso app FreelaAvalia: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a API nunca devolve a senha (helper semSenha) e valida o papel no servidor.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senha dentro de um JWT é como escrever a senha do cofre num bilhete colado na porta do cofre. Está 'guardado' ali, mas todo mundo lê.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Segredo fica no cofre (env/vault) — nunca no código, na URL ou no token.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B5 — Segurança de Software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7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173736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4144" y="2066544"/>
            <a:ext cx="713232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2918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PROJETO REAL DO GARAPUVU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365760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Catch-Requests: capturar e auditar</a:t>
            </a:r>
            <a:endParaRPr lang="en-US" sz="3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o Catch-Requests do Garapuvu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FERRAMENTA INTERNA DE DIAGNÓSTICO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ferramenta que captura as requisições do navegador para diagnóstico — e as analisa em busca de riscos de segurança.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via bookmarklet: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na barra de favoritos gravam as requisições de uma sessão.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cifrada: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são salvos com AES-256-GCM (chave via PBKDF2-SHA256, 150k iterações).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do time (TEAM_KEY):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só abre no visualizador com a chave — guardada no cofre de senhas.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Analisador: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decodifica JWT, lê cookies/storage/cache, mascara segredos e roda uma auditoria.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como uma câmera de segurança que grava quem bateu em cada porta da casa (as requisições) e guarda a fita num cofre trancado. Depois, um inspetor (o analisador) revê a fita e aponta o que está inseguro.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mostra, na prática, o que trafega entre o navegador e o servidor — e o que está exposto.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B5 — Segurança de Software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a auditoria do analisador detecta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RISCOS REAIS, ACHADOS AUTOMATICAMENTE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53768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482" y="208544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093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JWT com alg=none (crítico)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17320" y="19385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sem assinatura. Recomendação: rejeitar tokens não assinados no backend.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08776" y="14813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9944" y="1953768"/>
            <a:ext cx="548640" cy="54864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618" y="208544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77456" y="16093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Senha/credencial no token (crítico)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077456" y="19385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é Base64: qualquer um decodifica. Nunca coloque senha no token.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1577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9808" y="3630168"/>
            <a:ext cx="548640" cy="54864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3761842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2857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Dado sensível na URL (crítico)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17320" y="36149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Credenciais/tokens na query string vazam em logs, histórico e Referer.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08776" y="31577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9944" y="3630168"/>
            <a:ext cx="548640" cy="54864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618" y="3761842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77456" y="32857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Requisição sem HTTPS (alto)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077456" y="36149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em texto claro. Recomendação: forçar HTTPS/HSTS.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8341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49808" y="5306568"/>
            <a:ext cx="548640" cy="54864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482" y="5438242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49621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PII dentro do JWT (médio)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417320" y="52913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pessoais no payload. JWT não é criptografado — evite PII sensível.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208776" y="48341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09944" y="5306568"/>
            <a:ext cx="548640" cy="54864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1618" y="5438242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77456" y="49621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 de autorização em header (médio)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077456" y="52913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Capturável; a ferramenta mostra mascarado (mask) para não expor.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B5 — Segurança de Software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OWASP e o OWASP ZAP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COMUNIDADE E FERRAMENTA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OWASP é a maior referência aberta em segurança de aplicações — e o ZAP é a ferramenta gratuita dela para testar.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Worldwide Application Security Project — fundação sem fins lucrativos que publica materiais gratuitos (o Top 10, Cheat Sheets, o padrão ASVS) e ferramentas.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ZAP (Zed Attack Proxy):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open source de teste dinâmico (DAST). Fica como um 'proxy' entre o navegador e o servidor.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passivo: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 o tráfego e aponta problemas (cookies inseguros, cabeçalhos de segurança ausentes).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ativo: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 de forma controlada, testando injeção, XSS e falhas de configuração.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ZAP é como um inspetor que se posta na porta e observa tudo que entra e sai (passivo) e, com sua autorização, tenta forçar janelas e fechaduras para ver o que cede (ativo). Ele testa a casa 'por fora', sem ver a planta.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= conhecimento aberto; ZAP = testar segurança do app rodando, de graça.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B5 — Segurança de Software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Segurança no vocabulário da CTFL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AMARRANDO COM O QUE JÁ VIMOS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9129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Estático (SAST) — Cap. 3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 o código SEM executar.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 segredo no código, padrão perigoso.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ESLint security, SonarQube.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737360"/>
            <a:ext cx="731520" cy="73152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245" y="19129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Dinâmico (DAST) — teste rodando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o app e ataca por fora (caixa-preta).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que o OWASP ZAP faz.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tentar burlar login, injeção, XSS.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525780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34009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7615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534924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é teste NÃO-FUNCIONAL (Cap. 2.2); combina estático (Cap. 3) e dinâmico, guiado por risco (Cap. 5).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9" name="Text 14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B5 — Segurança de Software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Lighthouse: auditoria de qualidade e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COMPLEMENTO NÃO-FUNCIONAL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ZAP cuida da segurança, o Lighthouse (Google, no Chrome DevTools) audita a QUALIDADE da página e dá notas de 0 a 100.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audita: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(velocidade), Acessibilidade, Boas Práticas, SEO e PWA.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 a segurança também: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'Boas Práticas' avisa uso de HTTP (sem HTTPS) e bibliotecas JS com falhas conhecidas.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usar: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Chrome (F12 → Lighthouse) ou em pagespeed.web.dev gera o relatório; por CLI: npx lighthouse URL --output json.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Garapuvu: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Catch-Requests tem a visão Performance separada da de Segurança: abre o relatório no PageSpeed e importa o JSON do Lighthouse (scores, Core Web Vitals e oportunidades).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laudo de vistoria que dá uma nota para cada aspecto da casa: eficiência de energia, acessibilidade das rampas, acabamento. Não força a fechadura (isso é o ZAP) — avalia a qualidade geral e o que melhorar.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 mede segurança; Lighthouse mede performance, acessibilidade e boas práticas — tudo teste não-funcional.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B5 — Segurança de Software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Testar segurança faz parte do QA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SEGURANÇA + QUALIDADE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não é só do 'time de segurança' — o QA ajuda a achar riscos cedo (shift-left).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(análise estática):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leem o código atrás de padrões perigosos (ex.: senha no código).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(análise dinâmica):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testam o app rodando (ex.: tentar burlar login, trocar id na URL).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negativo: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do 'caminho feliz', tente o malicioso (sem token, dado inválido).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do dia a dia: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audit/Dependabot, OWASP ZAP, e o próprio Catch-Requests para inspecionar o tráfego.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segurança é contratar alguém para tentar invadir a casa antes do ladrão: mexer nas janelas, forçar a fechadura, ver se a chave está escondida. Melhor descobrir a falha no teste do que no assalto.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QA pensa como um atacante para proteger o usuário — e faz isso cedo.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B5 — Segurança de Software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Quando a segurança falha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CASOS REAIS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de segurança que escaparam dos testes expuseram dados de milhões de pessoas.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571293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Equifax (2017)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953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biblioteca conhecida e desatualizada (com falha pública não corrigida) permitiu o vazamento de dados de ~147 milhões de pessoas. Lição: monitore e atualize dependências.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0196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533" y="2571293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APIs e bancos sem autenticação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62025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Inúmeros vazamentos aconteceram por uma API ou banco 'esquecido' sem senha na internet. Lição: nada exposto sem autenticação e sem o mínimo privilégio.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5120640"/>
            <a:ext cx="11109960" cy="868680"/>
          </a:xfrm>
          <a:prstGeom prst="roundRect">
            <a:avLst>
              <a:gd name="adj" fmla="val 10526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527151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07579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5212080"/>
            <a:ext cx="9921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dos vazamentos vem de erros evitáveis: dependência velha, porta sem chave, segredo exposto.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0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B5 — Segurança de Software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= Confidencialidade, Integridade e Disponibilidade (tríade CIA).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10: controle de acesso quebrado e injeção lideram as falhas.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práticas: HTTPS, hash de senha, validar entrada, menor privilégio, atualizar deps.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Segredo nunca no código, na URL ou no token (JWT é Base64, não é cifrado).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Catch-Requests captura o tráfego (cifrado) e audita riscos automaticamente.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é parte do QA: teste o caminho malicioso, cedo (shift-left).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B5 — Segurança de Software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Tríade CIA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Confidencialidade, Integridade e Disponibilidade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12848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212848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231136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Organização que lista os principais riscos de segurança web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291840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291840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310128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HTTPS/HSTS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Comunicação cifrada e forçada entre navegador e servidor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4370832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4370832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4389120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de senha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Guardar a senha com hash (bcrypt/argon2), não em texto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544982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544982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546811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Token em Base64 (assinado, mas legível)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Análise estática de segurança (lê o código)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Análise dinâmica de segurança (testa o app rodando)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ZAP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Ferramenta gratuita de teste dinâmico (DAST)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3895344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895344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3913632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Algoritmo de criptografia forte usado no Catch-Requests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97433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97433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99262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privilégio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Cada um acessa só o mínimo necessário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B5 — Segurança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Principais riscos de segurança de aplicações — owasp.org/Top10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Cheat Sheets / ZAP.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Boas práticas e ferramenta de teste dinâmico (gratuitas).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Lighthouse.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Auditoria de performance, acessibilidade e boas práticas (no Chrome DevTools).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456432"/>
            <a:ext cx="11155680" cy="804672"/>
          </a:xfrm>
          <a:prstGeom prst="roundRect">
            <a:avLst>
              <a:gd name="adj" fmla="val 11364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456432"/>
            <a:ext cx="82296" cy="8046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474720"/>
            <a:ext cx="1078992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Catch-Requests (Garapuvu).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Ferramenta interna: garapuvu-processo-captura.html e garapuvu-analisador-requests.html (pasta catch-request-garapuvu).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2920" y="440740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40740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442569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com o app: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FreelaAvalia 360 — senha nunca retornada (semSenha), validação de papel no backend.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1" name="Text 18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B5 — Segurança de Software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Segurança de software e boas práticas</dc:title>
  <dc:subject>PptxGenJS Presentation</dc:subject>
  <dc:creator>Douglas Adriano Queiroz</dc:creator>
  <cp:lastModifiedBy>Douglas Adriano Queiroz</cp:lastModifiedBy>
  <cp:revision>1</cp:revision>
  <dcterms:created xsi:type="dcterms:W3CDTF">2026-07-21T16:15:38Z</dcterms:created>
  <dcterms:modified xsi:type="dcterms:W3CDTF">2026-07-21T16:15:38Z</dcterms:modified>
</cp:coreProperties>
</file>