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BÔNUS · AULA B2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Bônus 2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Ferramentas de mercado: Jira, Azure DevOps, Postman e Cypress/Playwright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ferramentas que você vai encontrar (e usar) no dia a dia da empresa.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BÔNUS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Jira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tarefas e bugs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DevOps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Boards, pipelines e Test Plans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Postman avançado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e automação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Cypress / Playwright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E2E na prática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fluxo integrado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tudo se conecta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FreelaBairro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as ferramentas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B2 — Ferramentas de Mercado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Jira: onde o trabalho é organizado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GESTÃO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ferramenta mais usada para gerenciar tarefas, histórias e bugs em times ágeis.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tarefa, história (story) ou bug é um cartão rastreável.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e Kanban visuais (lembra a Aula 10?).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(workflow):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'A fazer' ao 'Concluído', com status configuráveis.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QA: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bugs, ligar a histórias e acompanhar a correção.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quadro de obras da reforma: cada serviço tem um cartão (trocar fiação, pintar sala), com responsável e status. Todo mundo olha o mesmo quadro e sabe o que falta.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é o quadro central: tudo vira um cartão rastreável.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B2 — Ferramentas de Mercado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DevOps: a suíte completa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AZURE DEVOPS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Boards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trabalho ágil, parecido com o Jira.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08776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64808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427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64808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64808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Versionamento Git integrado.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build, testes e deploy automáticos.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08776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64808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427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64808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Plans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64808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casos de teste manuais e execução.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9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B2 — Ferramentas de Mercado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Postman avançado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ALÉM DO CLIQUE ÚNICO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testou uma requisição (Aula 14). Agora, organizar e automatizar de verdade.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 várias requisições — ex.: todo o fluxo de vagas.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e variáveis: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entre dev/homolog/prod sem reescrever a URL.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(scripts):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status, corpo e schema automaticamente a cada chamada.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Newman / CI: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a collection inteira pela linha de comando, na esteira.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uma porta uma vez é fácil. Postman avançado é ter um molho de chaves etiquetado (variáveis) e um robô que testa todas as portas da casa em sequência (collection), em qualquer endereço (environment).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+ variáveis + scripts transformam testes de API em rotina automática.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B2 — Ferramentas de Mercado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Cypress × Playwright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AUTOMAÇÃO E2E MODERNA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Cypress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fácil de começar; ótimo para web.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no navegador, com ótima depuração visual.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 enorme e didática.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737360"/>
            <a:ext cx="731520" cy="73152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Playwright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e multi-navegador (Chrome, Firefox, Safari).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em paralelismo e cenários complexos.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Mantido pela Microsoft.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25780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34009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7615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3492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são excelentes — escolha pela necessidade do projeto e do time.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B2 — Ferramentas de Mercado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tudo se conecta no dia a dia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FLUXO INTEGRADO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8895" y="1783080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904" y="19410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Tarefa no Jira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 a testar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556662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821838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92094" y="1783080"/>
            <a:ext cx="658368" cy="65836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102" y="194108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13278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no Postman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931566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os endpoints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829861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095037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65292" y="178308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300" y="194108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86477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E2E no Cypress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204765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o fluxo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103059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368235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38490" y="1783080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499" y="194108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59675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477963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tudo no CI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376258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9641434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311689" y="1783080"/>
            <a:ext cx="658368" cy="65836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697" y="1941088"/>
            <a:ext cx="342351" cy="34235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32874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Bug no Jira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751162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falhar, registra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FreelaBairro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D3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história 'publicar vaga' nasce no Jira; testamos a API com uma collection do Postman; automatizamos o fluxo de publicar/buscar no Cypress; tudo roda no pipeline (Azure DevOps ou GitHub Actions) a cada mudança. Se algo falha, abrimos um bug no Jira ligado à história. Esse é o ciclo real de uma empresa.</a:t>
            </a:r>
            <a:endParaRPr lang="en-US" sz="1350" dirty="0"/>
          </a:p>
        </p:txBody>
      </p:sp>
      <p:sp>
        <p:nvSpPr>
          <p:cNvPr id="36" name="Shap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7" name="Text 30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B2 — Ferramentas de Mercado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Jira: gestão de tarefas, histórias e bugs em quadros ágeis.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DevOps: suíte com Boards, Repos, Pipelines e Test Plans.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avançado: collections, environments, variáveis, scripts e Newman.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e Playwright: automação E2E moderna — ambos excelentes.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se conecta: tarefa → testes → pipeline → bug, num ciclo contínuo.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essas ferramentas é o que o mercado mais pede em QA.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B2 — Ferramentas de Mercado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Ferramenta de gestão de tarefas e bugs (Atlassian)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Cartão de tarefa, história ou bug no Jira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Suíte Microsoft: Boards, Repos, Pipelines, Test Plans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413308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413308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415137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Esteira de CI/CD (build, testes, deploy)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97433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97433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99262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Conjunto de requisições no Postman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Conjunto de variáveis por ambiente (dev/prod)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Newman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Executor do Postman via linha de comando (CI)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Ferramenta de automação E2E para web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Ferramenta de automação E2E multi-navegador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Fluxo de status de uma tarefa/bug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B2 — Ferramentas de Mercado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Jira / Azure DevOps Docs.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Documentação oficial das ferramentas.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Learning Center; Cypress.io; Playwright.dev.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Docs oficiais (gratuitas).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do curso: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exemplos aplicados ao app FreelaBairro — vagas de freelancer por bairro (Floripa / Jaraguá do Sul).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B2 — Ferramentas de Mercado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Ferramentas de mercado: Jira, Azure DevOps, Postman e Cypress/Playwright</dc:title>
  <dc:subject>PptxGenJS Presentation</dc:subject>
  <dc:creator>Douglas Adriano Queiroz</dc:creator>
  <cp:lastModifiedBy>Douglas Adriano Queiroz</cp:lastModifiedBy>
  <cp:revision>1</cp:revision>
  <dcterms:created xsi:type="dcterms:W3CDTF">2026-06-22T14:48:08Z</dcterms:created>
  <dcterms:modified xsi:type="dcterms:W3CDTF">2026-06-22T14:48:08Z</dcterms:modified>
</cp:coreProperties>
</file>