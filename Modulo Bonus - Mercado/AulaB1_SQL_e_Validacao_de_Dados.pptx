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BÔNUS · AULA B1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Bônus 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e validação de dados em banco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Conferir, no banco, se o que o sistema mostra é realmente o que foi gravado.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BÔNUS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banco e SQL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dados moram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e WHERE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 filtrar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tabelas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Funções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Contar, somar, agrupar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Validar dados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× banco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FreelaBairro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uma vaga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B1 — SQL e Validação de Dados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Banco de dados e SQL, sem mistério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guarda os dados em tabelas (como planilhas). SQL é a língua que usamos para perguntar coisas a ele.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planilha — ex.: 'vagas', com colunas título, bairro, valor.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(registro):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vaga específica.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Query Language — comandos para consultar e conferir.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QA usa: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validar o que está realmente gravado, além do que a tela mostra.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é o arquivo de gavetas da casa: cada gaveta é uma tabela, cada papel uma linha. SQL é você pedir ao arquivista: 'me traga todos os contratos de 2026 do bairro Centro'. Ele busca e devolve só o que você pediu.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= arquivo organizado; SQL = o jeito de perguntar a ele.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B1 — SQL e Validação de Dados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comandos que todo QA usa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ESSENCIAL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376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0854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... FROM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colunas de uma tabela. Ex.: SELECT titulo, valor FROM vagas;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195376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08544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77456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linhas. Ex.: WHERE bairro = 'Centro' AND valor &gt; 0;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30168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7618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BY / LIMIT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e limita. Ex.: ORDER BY valor DESC LIMIT 10;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363016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7618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 / SUM / AVG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77456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e soma. Ex.: SELECT COUNT(*) FROM vagas;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306568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4382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tabelas. Ex.: vagas JOIN bairros ON vagas.bairro_id = bairros.id;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08776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9944" y="5306568"/>
            <a:ext cx="548640" cy="54864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543824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7456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BY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77456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Agrupa. Ex.: contar vagas por bairro.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B1 — SQL e Validação de Dados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Validação de dados: o teste que vê 'por dentro'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VALIDAÇÃO EM BANCO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pode mentir (ou esconder erros). O banco mostra a verdade do que foi gravado.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gravação: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cadastrei a vaga; ela está mesmo na tabela, com os valores certos?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vaga sem bairro? valor nunca é negativo ou nulo indevido?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Duplicidade: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cadastro entrou duas vezes?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tela × banco: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aparece para o usuário bate com o registro?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conferir o contrato guardado na gaveta, não só a plaquinha na porta. A plaquinha (tela) pode estar errada; o documento arquivado (banco) é o que vale de verdade.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no banco pega erros que a interface esconde.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B1 — SQL e Validação de Dados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Validando um cadastro via SQL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889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904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Ação na tela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a vaga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566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21838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2094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02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3278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31566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no banco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29861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095037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5292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300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6477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04765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× registro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03059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68235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38490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499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9675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Integridade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77963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nulos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762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41434" y="1554480"/>
            <a:ext cx="1998878" cy="237744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11689" y="178308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697" y="1941088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2874" y="2560320"/>
            <a:ext cx="1815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Reportar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751162" y="310896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divergir, abre bug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 no FreelaBairro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publicar uma vaga de R$ 200 no Centro, rodamos: SELECT titulo, valor, bairro FROM vagas WHERE titulo = 'Pintor' ORDER BY id DESC LIMIT 1; Conferimos se valor = 200 (e não 20000 por erro de centavos), se o bairro é o certo e se não duplicou. Só leitura (SELECT) em teste — cuidado para nunca alterar/apagar dados em produção.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B1 — SQL e Validação de Dados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o dado errado passa batido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ISSO IMPORTA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que a tela não mostra, mas que ficam gravados no banco, causam prejuízos silenciosos.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 com escala errada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campo de valor que grava centavos como reais (ou o contrário) pode cobrar 100× a mais. A tela 'parece certa'; só uma consulta no banco revela o número real gravado.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Duplicidade silenciosa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 duplicados incham relatórios e geram cobranças/contatos repetidos. Um simples COUNT por chave revela o problema antes do cliente reclamar.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consultar o banco é o que separa o 'parece ok' do 'está ok'.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B1 — SQL e Validação de Dados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guarda dados em tabelas; SQL é a língua para consultá-los.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essenciais: SELECT, WHERE, ORDER BY, COUNT, JOIN, GROUP BY.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no banco confere o que foi REALMENTE gravado, não só a tela.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gravação, integridade, duplicidade e consistência tela × banco.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teste, use só leitura (SELECT) — nunca altere dados de produção.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errados 'invisíveis' na tela geram prejuízos silenciosos.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B1 — SQL e Validação de Dados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Sistema que armazena dados de forma organizada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Structured Query Language — linguagem de consulta a bancos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29184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29184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31012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Conjunto de dados em linhas e colunas (como planilha)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37083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37083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38912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/ linha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Uma entrada da tabela (ex.: uma vaga)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521208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521208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523036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Comando para consultar/ler dados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Filtra as linhas de uma consulta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Cruza dados de duas ou mais tabelas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COUNT/SUM/AVG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Funções de contar, somar e média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Garantia de que os dados estão corretos e consistentes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97433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97433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99262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(key)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Coluna que identifica/relaciona registros (id)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B1 — SQL e Validação de Dados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SQL / SQLBolt.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Tutoriais gratuitos e interativos de SQL.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SQL Tutorial.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Curso prático gratuito de SQL para análise.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app FreelaBairro — vagas de freelancer por bairro (Floripa / Jaraguá do Sul).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Bônus · Aula B1 — SQL e Validação de Dados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e validação de dados em banco</dc:title>
  <dc:subject>PptxGenJS Presentation</dc:subject>
  <dc:creator>Douglas Adriano Queiroz</dc:creator>
  <cp:lastModifiedBy>Douglas Adriano Queiroz</cp:lastModifiedBy>
  <cp:revision>1</cp:revision>
  <dcterms:created xsi:type="dcterms:W3CDTF">2026-06-22T14:48:08Z</dcterms:created>
  <dcterms:modified xsi:type="dcterms:W3CDTF">2026-06-22T14:48:08Z</dcterms:modified>
</cp:coreProperties>
</file>