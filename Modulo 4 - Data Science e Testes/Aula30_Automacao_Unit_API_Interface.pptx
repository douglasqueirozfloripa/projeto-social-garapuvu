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aula é sobre AUTOMATIZAR os testes em Data Science, aplicando a pirâmide de testes (vista na Aula 9) ao mundo dos dados e dos modelos. O objetivo é que os testes 'rodem sozinhos, o tempo todo' — do dado ao dashboard — numa esteira de Integração Contínua (CI). Assim, a cada mudança no código ou nos dados, tudo é reconferido automaticamente e problemas aparecem em minutos, não em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Roteiro: a pirâmide de testes adaptada a DS; os níveis na prática; como testar a API que serve o modelo; como testar a interface/dashboards; e como o CI amarra tudo. Regra de ouro da pirâmide: muitos testes rápidos e baratos embaixo, poucos e lentos no topo.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PIRÂMIDE de testes organiza os tipos por quantidade e custo. Em software: muitos testes de UNIDADE na base (rápidos, isolam uma função), alguns de INTEGRAÇÃO no meio (peças funcionando juntas) e poucos E2E no topo (o sistema inteiro, lentos e frágeis). Em Data Science ela ganha um degrau extra na base: além dos testes de unidade das funções de limpeza (pytest), a VALIDAÇÃO DO DADO (pandera/Great Expectations). No meio fica a API do modelo (integração), e no topo a interface/E2E (o dashboard que o usuário vê). A forma de pirâmide não é estética: testes de base são baratos e você tem muitos; testes de topo são caros e instáveis, então poucos. Analogia da cozinha: provar cada ingrediente, depois o molho já misturado, e por fim o prato montado no prato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quatro níveis, com o que se testa em cada. UNITÁRIO: uma função pura — dada uma entrada conhecida, sai a saída esperada (ex.: a função que converte 'Sim'/'Nao' em 1/0). VALIDAÇÃO DE DADO: schema, faixas, nulos e duplicados do dataset (pandera/GE), a cada carga. API DO MODELO: um POST envia os dados de um caso e recebe a previsão no formato certo, dentro da faixa e a tempo. INTERFACE/DASHBOARD: os filtros, totais e gráficos que o usuário vê batem com o dado real. Cada nível pega um tipo diferente de erro — por isso todos importam.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Como um modelo 'vira' um serviço que outros sistemas usam: ele é servido por uma API (interface de programação). Com frameworks Python como FASTAPI ou Flask, criamos um endpoint, por exemplo POST /prever, que recebe os dados de um cliente em JSON, passa pelo modelo e devolve a previsão (ex.: {'churn': 'Sim', 'probabilidade': 0.82}). O FastAPI ainda valida automaticamente o formato da entrada (com o pydantic) e roda com o servidor uvicorn. O que testamos na API: status 200 quando dá certo; o FORMATO da resposta (tem o campo probabilidade?); a FAIXA (probabilidade entre 0 e 1); e os casos NEGATIVOS (dado faltando ou inválido deve retornar 400, não derrubar o servidor). Analogia da casa: o endpoint /prever é a porta — abre e entrega a previsão certa? tranca para pedido inválido? responde rápido? É exatamente o teste de API da Aula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Leia o teste. Ele monta um cliente (tempo de casa, valor mensal, chamados), faz um POST em /prever e verifica duas coisas: o status é 200 e a probabilidade retornada está entre 0 e 1. O segundo teste envia um corpo vazio e espera o status 400 (requisição inválida). Repare na diferença para o teste tradicional: em ML não conferimos um valor exato de previsão (ela pode variar), e sim se está na FAIXA válida e se o comportamento com dado inválido é correto. Ferramentas: pytest com a biblioteca requests, ou o TestClient do próprio FastAPI, ou o Postman.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topo da pirâmide e a esteira. INTERFACE/DASHBOARD (Power BI, Streamlit): conferir se filtros e totais mostrados batem com o dado de origem — um número errado num painel vira decisão errada. Um teste E2E (com Playwright, por exemplo) pode abrir o dashboard e validar um número-chave. CI (Integração Contínua): uma esteira, como o GitHub Actions, que a cada 'push' (envio de código) instala as dependências e roda pytest + a validação de dados; se algo falha, o build fica vermelho e barra a mudança. Em projetos de dados, ferramentas como o nbmake executam os notebooks Jupyter no CI para garantir que rodam do início ao fim, e o DVC versiona dados e modelos (como o Git faz com código). Analogia da esteira de qualidade da fábrica: nada sai para o cliente sem passar por todas as estações.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Fechamento. Recapitule os níveis: unitário + validação de dado (base), API do modelo (meio), interface/E2E (topo); o modelo servido por API é testado como qualquer API (status, formato, faixa, borda); e o CI roda tudo automaticamente a cada mudança. Ponte: 'na Aula 31 juntamos tudo no desafio final — construir e testar um pipeline de churn de ponta a ponta'.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rápido pelo glossário: são os termos e siglas que apareceram na aula. Diga que não é para decorar agora — é uma página de consulta. Leia 2 ou 3 que você acha que geram mais dúvida e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onde aprofundar: aponte 1 ou 2 referências e diga que os links completos estão no Guia de Estudos do módulo. Encerre convidando a turma a praticar no material indicado.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· AULA 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30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de testes na análise de dados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pirâmide aplicada a DS: unitário, API do modelo e interface.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30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Pirâmide em 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teste entra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Unitário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 validação de dado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do modelo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 e testar previsões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relatórios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tudo na esteira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que se sustenta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pirâmide de testes aplicada a Data Science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pirâmide da Aula 9, adaptada ao mundo dos dados e modelos.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— unitário + validação de dado: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limpeza (pytest) e expectativas do dataset (pandera/GE).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— API do modelo: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servido por uma API responde certo? (testes de integração).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— interface/E2E: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dashboard/relatório mostra os números certos ao usuário.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embaixo, poucos no topo: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rápido, barato e confiável.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cozinha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cada ingrediente (unitário), provar o molho já misturado (API/integração) e, por fim, provar o prato montado no prato do cliente (interface). Cada nível pega um tipo de erro.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DS a pirâmide inclui um nível extra: a validação do próprio dado.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níveis, na prática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TESTAR EM CADA 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Unitário (pytest)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limpeza/feature: entrada conhecida → saída esperada.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 de dado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faixas, nulos e duplicados (pandera / Great Expectations).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do modelo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com dados → retorna previsão no formato certo e a tempo.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/ dashboard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Filtros, totais e gráficos mostram os números corretos.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a API do modelo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SERVIR E VERIFICAR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costumam ser servidos por uma API (FastAPI/Flask): o cliente envia dados e recebe a previsão.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POST /prever recebe as features e devolve a classe/probabilidade.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validar: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200, formato da resposta, faixa (probabilidade entre 0 e 1).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faltando ou inválidos devem retornar 400, não quebrar.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requests, ou Postman (lembra a Aula 14).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a 'casa' e o endpoint /prever é a porta. Testamos: a porta abre e entrega a previsão certa? tranca para pedido inválido? responde rápido? É teste de API, igual ao da Aula 14.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 o modelo é uma API — teste como qualquer API: status, formato, borda e tempo.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Exemplo: testar o endpoint de previsão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 + REQUESTS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5400000">
              <a:srgbClr val="1B3A1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109960" cy="310896"/>
          </a:xfrm>
          <a:prstGeom prst="rect">
            <a:avLst/>
          </a:prstGeom>
          <a:solidFill>
            <a:srgbClr val="1B452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69164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69164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00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test_api_modelo.py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test_prever_retorna_probabilidade_valida():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cliente = {'tempo_casa': 12, 'valor_mensal': 89.9, 'chamados': 3}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requests.post('http://localhost:8000/prever', json=cliente)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r.status_code == 200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corpo = r.json()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0.0 &lt;= corpo['probabilidade'] &lt;= 1.0   # faixa válida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test_prever_dado_invalido_retorna_400():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requests.post('http://localhost:8000/prever', json={})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r.status_code == 400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5038344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174407"/>
            <a:ext cx="294803" cy="29480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508406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previsão é testada por faixa (0–1) e pelo comportamento com dado inválido.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Interface, dashboards e CI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 DA PIRÂMIDE + ESTEIRA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Fechamos testando o que o usuário vê e rodando tudo automaticamente.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Dashboard/BI: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se filtros e totais batem com o dado (Power BI, Streamlit).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que abre o dashboard e valida um número-chave (Playwright).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roda pytest + validação de dados a cada push.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no CI: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nbmake executam notebooks para garantir que rodam.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esteira de qualidade da fábrica: nada sai para o cliente sem passar por todas as estações de teste, automaticamente, a cada lote.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do dado ao dashboard, na esteira — feedback rápido a cada mudança.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pirâmide em DS: unitário + validação de dado (base), API (meio), interface (topo).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 (pytest) prova funções; pandera/GE validam o dataset.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servido por API — teste status, formato, borda e tempo.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Interface/dashboard: filtros e totais precisam bater com o dado.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(GitHub Actions) roda testes e validação a cada push; nbmake roda notebooks.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testes rápidos embaixo, poucos e caros no topo.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Sequência: coletar → limpar → validar → modelar → servir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Frameworks Python para criar APIs (servir o modelo)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Porta da API (ex.: POST /prever)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de peças funcionando juntas (API + modelo)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Painel visual com métricas e gráficos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Python para criar apps/dashboards de dados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450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450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468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Integração contínua — roda testes a cada mudança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nbmake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Executa notebooks Jupyter dentro dos testes/CI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Variável de entrada usada pelo modelo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Tempo de resposta (ex.: da previsão)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GitHub Actions.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Servir modelos e automatizar testes no CI.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oficiais.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 · scikit-learn.org · docs.pytest.org · greatexpectations.io · rapidminer.com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Science e Testes — Projeto Social Garapuvu 2026.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30 — Automação: Unit, API e Interface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Automação de testes na análise de dados</dc:title>
  <dc:subject>PptxGenJS Presentation</dc:subject>
  <dc:creator>Douglas Adriano Queiroz</dc:creator>
  <cp:lastModifiedBy>Douglas Adriano Queiroz</cp:lastModifiedBy>
  <cp:revision>1</cp:revision>
  <dcterms:created xsi:type="dcterms:W3CDTF">2026-08-03T18:47:42Z</dcterms:created>
  <dcterms:modified xsi:type="dcterms:W3CDTF">2026-08-03T18:47:42Z</dcterms:modified>
</cp:coreProperties>
</file>