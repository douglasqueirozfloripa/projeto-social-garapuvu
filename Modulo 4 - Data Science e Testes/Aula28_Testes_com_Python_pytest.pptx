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PYTEST é o framework de testes mais usado em Python. Ele descobre os testes automaticamente, roda todos com um comando, mostra mensagens de erro muito claras (ele 'reescreve' o assert para exibir os valores que compararam) e tem recursos como fixtures e marcadores. É mais simples que o unittest da biblioteca padrão. Aqui estamos na BASE da pirâmide de testes: escrevemos muitos testes pequenos e rápidos (rodam em milissegundos) sobre as funções que limpam e transformam os dados. Ao fim da aula, o objetivo é que todos consigam ler e escrever um teste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Roteiro: a convenção do pytest e como se escreve um teste (arquivos e funções com o prefixo test_, e a palavra 'assert'); como testar funções de limpeza de dados; o que são fixtures (dados de teste reutilizáveis) e por que ajudam; e boas práticas específicas de testar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Como o pytest funciona. Convenção: arquivos começam com test_ (ex.: test_limpeza.py) e as funções de teste também (def test_...). Dentro da função usamos 'assert' seguido de uma condição — se ela for verdadeira, o teste PASSA; se for falsa, FALHA e o pytest mostra os valores envolvidos. Para rodar, basta o comando 'pytest' no terminal, que encontra e executa tudo; 'pytest -v' mostra cada teste, e 'pytest -k nome' roda só os que casam com um nome. Cada teste segue o padrão AAA: Arrange (prepara os dados), Act (chama a função) e Assert (verifica o resultado). Analogia da cozinha: provar cada ingrediente antes de juntar tudo — se um está salgado demais, você descobre na hora, não no prato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Leia o código com calma. Em cima está a função remover_precos_invalidos, que recebe um DataFrame e devolve só as linhas com preço maior que zero e não vazio (usa notna() para descartar nulos e o filtro &gt; 0). Embaixo, o teste: 'arrange' cria um mini-DataFrame com preços [10, 0, -5, None, 20]; 'act' chama a função; 'assert' confere que sobraram exatamente [10, 20] — ou seja, o zero, o negativo e o nulo foram removidos. A ideia central de todo teste unitário: dada uma ENTRADA conhecida, você espera uma SAÍDA exata. Um bônus: o teste vira documentação viva — quem ler entende, sem rodar, o que a função deve fazer e quais casos ela trata.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FIXTURE é um preparo reutilizável de dados/estado para os testes. Você marca uma função com o decorador @pytest.fixture e ela devolve algo pronto (por exemplo, um DataFrame de exemplo); qualquer teste que peça esse nome como parâmetro recebe o valor automaticamente (é 'injeção de dependência'). Fixtures têm ESCOPO (function por padrão — recriada a cada teste; module ou session — criada uma vez e compartilhada), o que evita repetição e mantém os testes isolados. O pytest ainda oferece fixtures prontas, como tmp_path (uma pasta temporária exclusiva do teste, ótima para testar leitura/escrita de arquivo) e monkeypatch (para trocar funções). Fixtures comuns ficam num arquivo conftest.py, visível a todos os testes. Analogia da 'mise en place' da cozinha: deixar os ingredientes lavados e cortados na tigela antes de cozinhar.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Neste exemplo, a fixture 'dados' devolve um DataFrame com bairros bagunçados: ' Centro ' (com espaços), 'trindade' (minúsculo) e 'CENTRO' (maiúsculo). O teste chama a função de normalização e confere que o resultado vira ['Centro', 'Trindade', 'Centro']. Aproveite para explicar por que isso importa: padronizar texto — remover espaços com strip(), acertar maiúsculas/minúsculas — é uma das MAIORES fontes de bug em dados, porque o computador trata 'Centro', ' centro ' e 'CENTRO' como três valores diferentes; isso quebra agrupamentos, contagens e junções (um relatório mostraria três bairros onde há um). Também dá para usar @pytest.mark.parametrize para rodar o mesmo teste com vários valores de entrada de uma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Boas práticas de teste unitário em dados. (1) TESTE AS BORDAS: nulos, string vazia, zero, negativos e tipos errados — é onde o dado quebra na vida real. (2) DADOS MÍNIMOS: use uma amostra pequena e clara que represente o caso, não a base inteira (testes ficam rápidos e legíveis). (3) RESULTADO EXATO: compare célula a célula com a saída esperada, não 'mais ou menos'. (4) DETERMINISMO: fixe a semente aleatória (random_state) sempre que houver sorteio, para o teste dar o mesmo resultado toda vez. Some a isso: um teste deve verificar uma coisa por vez e ter nome que descreva o cenário. Reforce que 'testar as bordas' é o que captura a maioria dos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Fechamento. Recapitule: o pytest usa arquivos/funções com prefixo test_ e a palavra assert; testes de unidade provam as funções de limpeza e transformação; fixtures preparam e reaproveitam dados de teste (e tmp_path serve para arquivos); sempre teste as bordas, compare o resultado exato e fixe a seed. Ponte: 'na Aula 29 saímos do código e passamos a testar o DADO em si, com pandera e Great Expectations'.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 rápido pelo glossário: são os termos e siglas que apareceram na aula. Diga que não é para decorar agora — é uma página de consulta. Leia 2 ou 3 que você acha que geram mais dúvida e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onde aprofundar: aponte 1 ou 2 referências e diga que os links completos estão no Guia de Estudos do módulo. Encerre convidando a turma a praticar no material indicado.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4 · AULA 28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com Python (pytest)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as funções que limpam e transformam os dados.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pytest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framework de testes do Python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Anatomia do teste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 e assert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 transformações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limpeza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Fixtures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teste reutilizáveis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de borda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Nulos, vazios, tipos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dado que valem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28 — Testes com Python (pytest)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pytest: testes simples em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pytest é o framework mais usado para testar código Python — inclusive funções de dados.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test_*.py e funções def test_...().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assert — se for verdadeiro, passa; senão, falha.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comando pytest encontra e executa todos os testes.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 base da pirâmide (muitos testes de unidade).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cozinha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provar cada ingrediente antes de juntar tudo: o sal está salgado? o limão, azedo? Testar cada função de dados isolada é provar um ingrediente de cada vez — se um está errado, você acha na hora.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assert: a forma mais simples de provar que sua função de dados funciona.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28 — Testes com Python (pytest)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Exemplo: testar uma função de limpeza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PYTEST NA PRÁTICA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que remove linhas com preço inválido — e o teste que a prova.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3246120"/>
          </a:xfrm>
          <a:prstGeom prst="roundRect">
            <a:avLst>
              <a:gd name="adj" fmla="val 2254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5400000">
              <a:srgbClr val="1B3A1B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11109960" cy="310896"/>
          </a:xfrm>
          <a:prstGeom prst="rect">
            <a:avLst/>
          </a:prstGeom>
          <a:solidFill>
            <a:srgbClr val="1B4524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5740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05740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205740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9659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limpeza.py + test_limpeza.py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B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limpeza.py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remover_precos_invalidos(df):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B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mantém só preço &gt; 0 e não nulo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df[df['preco'].notna() &amp; (df['preco'] &gt; 0)]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B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test_limpeza.py — prova a função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test_remove_preco_invalido():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pd.DataFrame({'preco': [10, 0, -5, None, 20]})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remover_precos_invalidos(df)</a:t>
            </a:r>
            <a:endParaRPr lang="en-US" sz="1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list(out['preco']) == [10, 20]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358384"/>
            <a:ext cx="11109960" cy="658368"/>
          </a:xfrm>
          <a:prstGeom prst="roundRect">
            <a:avLst>
              <a:gd name="adj" fmla="val 13889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5404104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5540167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5449824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de limpeza vira testável: entradas conhecidas, saída esperada exata.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28 — Testes com Python (pytest)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Fixtures: dados de teste reutilizáveis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fixture prepara um dado (ex.: um DataFrame de exemplo) para vários testes usarem.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@pytest.fixture: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dado uma vez e entrega pronto aos testes.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repetição: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DataFrame de exemplo serve a muitos testes.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o teste limpo: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teste foca no que verifica, não em montar dado.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pequenos: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amostras mínimas que representem os casos.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mise en place da cozinha: deixar os ingredientes já lavados e cortados numa tigela, prontos para cada prato. A fixture é essa tigela de dados pronta.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= dado de teste pronto e reutilizável — menos repetição, testes mais claros.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28 — Testes com Python (pytest)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Exemplo: fixture + teste de transformação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PYTEST NA PRÁTICA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3246120"/>
          </a:xfrm>
          <a:prstGeom prst="roundRect">
            <a:avLst>
              <a:gd name="adj" fmla="val 2254"/>
            </a:avLst>
          </a:prstGeom>
          <a:solidFill>
            <a:srgbClr val="10331A"/>
          </a:solidFill>
          <a:ln/>
          <a:effectLst>
            <a:outerShdw sx="100000" sy="100000" kx="0" ky="0" algn="bl" rotWithShape="0" blurRad="88900" dist="25400" dir="5400000">
              <a:srgbClr val="1B3A1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1109960" cy="310896"/>
          </a:xfrm>
          <a:prstGeom prst="rect">
            <a:avLst/>
          </a:prstGeom>
          <a:solidFill>
            <a:srgbClr val="1B452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9164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69164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169164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60020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test_transformacoes.py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pytest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 import normaliza_bairro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dados():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pd.DataFrame({'bairro': [' Centro ', 'trindade', 'CENTRO']})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test_normaliza_bairro(dados):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normaliza_bairro(dados)   # tira espaços e padroniza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4E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list(out['bairro']) == ['Centro', 'Trindade', 'Centro']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92624"/>
            <a:ext cx="11109960" cy="658368"/>
          </a:xfrm>
          <a:prstGeom prst="roundRect">
            <a:avLst>
              <a:gd name="adj" fmla="val 13889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5038344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5174407"/>
            <a:ext cx="294803" cy="29480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8760" y="5084064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texto (espaços, maiúsculas) é fonte clássica de bug em dados — teste sempre.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28 — Testes com Python (pytest)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 de teste unitário em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as bordas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Nulos, vazios, zero, negativos, tipos errados — onde o dado 'quebra'.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mínimos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pequenas e claras; não use a base inteira no teste.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 exato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a saída esperada célula a célula, não 'mais ou menos'.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Determinístico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seeds (random_state) para o teste dar sempre o mesmo resultado.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28 — Testes com Python (pytest)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usa arquivos test_*.py, funções test_ e assert.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unidade provam as funções de limpeza/transformação de dados.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preparam dados de teste reutilizáveis (@pytest.fixture).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teste as bordas: nulos, vazios, zero, negativos, tipos.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dados mínimos e compare o resultado exato.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seeds para testes determinísticos.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28 — Testes com Python (pytest)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Framework de testes do Python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Verificação: verdadeiro passa, falso falha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Dado/estado de teste preparado e reutilizável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Tabela de dados do pandas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unitário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Testa uma função isolada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borda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Situação extrema (nulo, zero, vazio)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random_state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Semente que torna o resultado reproduzível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Mesma entrada gera sempre a mesma saída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Passo que altera/limpa os dados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Quanto do código os testes exercitam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28 — Testes com Python (pytest)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Docs.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docs.pytest.org — guia oficial de testes em Python.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oficiais.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pandas.pydata.org · scikit-learn.org · docs.pytest.org · greatexpectations.io · rapidminer.com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Science e Testes — Projeto Social Garapuvu 2026.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4 · Aula 28 — Testes com Python (pytest)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com Python (pytest)</dc:title>
  <dc:subject>PptxGenJS Presentation</dc:subject>
  <dc:creator>Douglas Adriano Queiroz</dc:creator>
  <cp:lastModifiedBy>Douglas Adriano Queiroz</cp:lastModifiedBy>
  <cp:revision>1</cp:revision>
  <dcterms:created xsi:type="dcterms:W3CDTF">2026-08-03T18:47:42Z</dcterms:created>
  <dcterms:modified xsi:type="dcterms:W3CDTF">2026-08-03T18:47:42Z</dcterms:modified>
</cp:coreProperties>
</file>