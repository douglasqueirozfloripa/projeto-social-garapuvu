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Nesta aula testamos o DADO, não o código. A ideia central: assim como declaramos o que uma função deve fazer, declaramos as REGRAS que o dado precisa cumprir (tipos, faixas, obrigatoriedade, unicidade) e uma ferramenta verifica automaticamente; se um valor quebra a regra, ela acusa a linha. Isso é o coração da qualidade em Data Science, porque a maioria dos erros de análise não está no gráfico nem no modelo — está num dado ruim que entrou sem ser conferido.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Roteiro: as dimensões da qualidade de dados; a ideia de que 'validar o dado é testar o dado'; duas ferramentas para isso (pandera e Great Expectations), com exemplo de cada e uma comparação; a alternativa visual (Altair AI Studio) e o histórico da ferramenta; e um caso real de dado ruim que passou batido e causou estrago.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dimensões que definem 'dado de qualidade', com o que verificar em cada. COMPLETUDE: não faltam valores onde eram obrigatórios (ex.: cliente sem CPF). UNICIDADE: não há duplicatas onde deveria ser único (ex.: o mesmo pedido contado duas vezes). VALIDADE: os valores estão no formato e na faixa esperados (idade entre 0 e 120; e-mail com @; data real). CONSISTÊNCIA: os dados batem entre si e entre tabelas (o total confere com a soma das partes; o status não é 'cancelado' e 'ativo' ao mesmo tempo). ATUALIDADE (ou 'frescor'): o dado está atualizado o suficiente para a decisão (uma cotação de ontem pode não servir hoje). ACURÁCIA: o dado corresponde à realidade (aquele CEP existe? o nome está certo?). Quando alguém fala 'qualidade de dados', está falando destas dimensões — e cada uma vira uma checagem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Validar o dado é o mesmo raciocínio de testar código, aplicado à entrada. Escrevemos 'expectativas' sobre o dado — schema (quais colunas e de que tipo), faixas de valor, campos obrigatórios, unicidade — e as verificamos AUTOMATICAMENTE a cada nova carga de dados, não só uma vez. Há duas filosofias: 'schema-on-write' (validar antes de gravar, barrando na entrada) e 'schema-on-read' (validar ao ler). O ponto de aplicar isso no início do pipeline é 'falhar cedo': é melhor a carga parar com um erro claro do que um dado corrompido seguir e contaminar relatórios e modelos. Analogia do inspetor na porta do armazém: ele confere cada caixa que chega (peso, lacre, validade); caixa fora do padrão não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PANDERA é uma biblioteca Python que valida DataFrames do pandas de forma declarativa. Você cria um DataFrameSchema descrevendo cada Column: o tipo (int, str, float), se aceita nulo (nullable) e as regras (Check). No exemplo: id é inteiro e ÚNICO (unique=True), bairro é string NÃO nula, preço é float MAIOR que zero (Check.gt(0)), e nota é inteiro ENTRE 1 e 5 (Check.in_range(1,5)). Ao chamar schema.validate(df), se algo viola a regra ele lança um SchemaError apontando a coluna e a linha; com lazy=True ele reúne todos os erros de uma vez, em vez de parar no primeiro. Dá para 'coagir' tipos (coerce=True) e criar checagens personalizadas. É leve, roda rápido, integra com o pytest e cabe direto no CI — ótimo para o dia a dia dentro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GREAT EXPECTATIONS (GE) resolve o mesmo problema, porém é uma plataforma mais completa. Você declara 'Expectations' (expectativas) cujos nomes já dizem o que verificam: expect_column_values_to_be_unique (ser único), expect_column_values_to_not_be_null (não ser nulo), expect_column_values_to_be_between (estar entre dois valores). Um conjunto delas forma uma 'Expectation Suite'; um 'Checkpoint' roda a suíte sobre um lote de dados. O grande diferencial é o relatório visual automático, o DATA DOCS, uma página que mostra, de forma amigável, o que passou e o que falhou — ótimo para compartilhar com quem não é técnico. O GE se conecta a bancos, Spark, Snowflake e ferramentas de orquestração (como o Airflow), sendo forte em pipelines de produção. Os nomes autoexplicativos tornam as regras legíveis até para áreas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Quando usar cada uma. PANDERA: leve e declarativa, escrita em Python, ideal DENTRO do código e do CI, para checagens rápidas de DataFrames no dia a dia; curva de aprendizado curta. GREAT EXPECTATIONS: mais robusta e completa, gera os relatórios visuais (Data Docs), roda sobre grandes volumes (bancos, Snowflake, Spark) e se integra a pipelines — melhor para governança de dados em produção e para envolver o negócio; em troca, exige mais configuração. Resumo prático: pandera para validar rápido no código; Great Expectations para validar dados em escala com relatório e histórico. Ambas transformam 'regras do dado' em verificação automática — a escolha é sobre tamanho do projeto e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quem não programa, o ALTAIR AI STUDIO (antigo RapidMiner) permite fazer todo o fluxo de forma VISUAL. Você monta um 'processo' arrastando OPERADORES — blocos que fazem uma etapa cada: ler um CSV, tratar faltantes, definir o alvo, dividir treino/teste, treinar um modelo, medir desempenho — e liga a saída de um na entrada do outro. Os dados e modelos ficam num 'repositório' do projeto. No desafio final, em vez de escrever código, eles vão IMPORTAR um processo pronto (arquivo .rmp), apontar o CSV e clicar em Run. Analogia da esteira de fábrica: cada estação (operador) faz uma checagem no produto (o dado) antes de passar adiante; você vê o fluxo inteiro, visualmente.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'herança' da ferramenta ajuda a não se perder com o nome. O que hoje se chama Altair AI Studio nasceu em 2001 na Universidade de Dortmund (Alemanha) com o nome YALE, criado por Ingo Mierswa e colegas; em 2007 virou RAPIDMINER, um dos softwares de mineração de dados mais populares do mundo, conhecido por permitir ciência de dados sem código. Em 2022 a ALTAIR (empresa de simulação e computação) comprou o RapidMiner e o integrou ao seu portfólio; em 2025 a SIEMENS comprou a Altair (por cerca de US$ 10 bilhões). Nessa reorganização, o produto passou a se chamar Altair AI Studio — mas o MOTOR é o mesmo, e os arquivos de processo (.rmp) continuam abrindo normalmente. Empresas fazem essas rebrandings após aquisições. Analogia da padaria de bairro comprada por uma rede: mudou a placa e o dono, o pão que você aprende a fazer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impacto de não validar. Sem checagem, um dado ruim gera relatório e decisão errada em silêncio — o pipeline roda 'com sucesso' e entrega um número falso. Dois erros clássicos: UNIDADE/FORMATO inconsistente — misturar reais e centavos, metros e pés, ou datas em formatos diferentes (01/02 é jan ou fev?) — distorce somas, médias e comparações; e DUPLICATAS/NULOS — registros repetidos inflam totais e faturamento, enquanto campos nulos quebram cálculos (uma média que encontra um nulo pode virar erro ou resultado sem sentido). Uma checagem simples de faixa, unicidade e completude na ENTRADA teria barrado tudo isso. Feche reforçando: o erro de análise quase sempre está no DADO, não no gráfico — e ele só aparece se você testar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Fechamento. Recapitule as dimensões de qualidade (completude, unicidade, validade, consistência, atualidade, acurácia); a ideia de validar o dado como se testa código; as duas ferramentas (pandera para o código, Great Expectations para escala com relatório); e o Altair AI Studio como opção visual. Regra de ouro: valide o dado a CADA carga e barre o dado ruim antes de usá-lo. Ponte: 'na Aula 30 automatizamos tudo isso — unitário, validação, API do modelo e interface — numa esteira'.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rápido pelo glossário: são os termos e siglas que apareceram na aula. Diga que não é para decorar agora — é uma página de consulta. Leia 2 ou 3 que você acha que geram mais dúvida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aprofundar: aponte 1 ou 2 referências e diga que os links completos estão no Guia de Estudos do módulo. Encerre convidando a turma a praticar no material indicado.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AULA 29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e validação de dados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DADO em si — com Great Expectations, pandera e Altair AI Studio.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de dados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dimensões que importam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validar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faixas, nulos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Expectations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dado como código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pandera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DataFrame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Altair AI Studio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sem código (RapidMiner)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 que enganou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dimensões da qualidade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'DADO BOM'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Completude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valores? (nulos onde não deveria)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Unicidade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duplicados que deveriam ser únicos?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Validade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no formato/faixa certa? (idade 0–120)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Consistência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entre tabelas/colunas? (total = soma)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Atualidade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está atualizado o suficiente?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Acurácia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Reflete a realidade? (o CEP existe?)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o dado é testar o dado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IDEIA CENTRAL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testamos o código, escrevemos 'expectativas' sobre o dado e as verificamos automaticamente.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colunas e tipos esperados existem? (preco é número?)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estão dentro do previsto? (nota entre 1 e 5)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 únicos: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preenchidos? ids sem duplicata?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esteira: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cada nova carga de dados — barra dado ruim antes de usar.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inspetor na porta do armazém conferindo cada caixa que chega: peso certo? lacre intacto? validade ok? Caixa fora do padrão não entra. Validação de dados é esse inspetor na entrada do pipeline.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também tem 'testes': schema, faixas, nulos e duplicados, a cada carga.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Exemplo: schema com pandera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EM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 formato esperado do DataFrame; se o dado violar, o teste falha.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574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574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9659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validacao.py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pandera as pa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pandera import Column, Check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= pa.DataFrameSchema({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'id':     Column(int, unique=True),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'bairro': Column(str, nullable=False),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'preco':  Column(float, Check.gt(0)),        # preço &gt; 0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'nota':   Column(int, Check.in_range(1, 5)), # nota de 1 a 5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schema.validate(df)   # lança erro se algum valor violar as regras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40410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540167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44982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e pandera transformam 'regras do dado' em testes automáticos.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Exemplo: as mesmas regras com Great Expectations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EM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Great Expectations você declara 'expectativas' — o próprio nome do método já diz o que ele verifica.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574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574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9659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validacao_ge.py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great_expectations as gx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validador = gx.from_pandas(df)   # cria um validador a partir do DataFrame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declara EXPECTATIVAS sobre o dado: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validador.expect_column_values_to_be_unique('id')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validador.expect_column_values_to_not_be_null('bairro')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validador.expect_column_values_to_be_between('nota', 1, 5)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validador.validate()   # roda todas as expectativas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print(resultado['success'])        # True se todas passaram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GE ainda gera um relatório visual (Data Docs) do que passou/falhou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40410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540167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44982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'expect_...' são legíveis até para quem não é de dados — e viram um relatório visual.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pandera × Great Expectations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USAR?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pandera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declarativo e leve, em Python.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dentro do código e do CI (rápido).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validar DataFrames pandas.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Expectations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completo; gera relatórios visuais (Data Docs).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sobre bancos, Snowflake e Spark (escala).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pipelines de dados grandes.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para checagens rápidas no código; Great Expectations para validar dados em escala com relatórios.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Altair AI Studio: validação visual (sem código)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 (ANTIGO RAPIDMINER)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não programa, o Altair AI Studio (antigo RapidMiner) faz limpeza, validação e modelagem arrastando 'operadores'.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visuais para ler, filtrar, validar tipos e detectar faltantes.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valores ausentes, outliers e inconsistências no dataset.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o modelo (Cross Validation) sem escrever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desafio da trilha: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o processo .rmp pronto e rode o pipeline de churn (Aula 31).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montar a esteira da fábrica com peças de encaixe: cada estação (operador) faz uma checagem no produto (dado) antes de passar adiante — tudo visual, sem parafusar nada.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valida e modela de forma visual — mesma ideia, sem escrever código.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RapidMiner a Altair AI Studio (a herança)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HISTÓRICO DA FERRAMENTA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que você instala hoje como 'Altair AI Studio' é o antigo RapidMiner — só mudou de dono e de nome.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(2001):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na Universidade de Dortmund (Alemanha) como 'YALE'; virou RapidMiner em 2007.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(2022):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Altair comprou o RapidMiner e o integrou ao seu portfólio de dados e IA.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(2025):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Siemens adquiriu a Altair (~US$ 10 bi); a ferramenta passou a se chamar Altair AI Studio.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é o mesmo — os processos .rmp continuam abrindo normalmente.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padaria de bairro querida que foi comprada por uma rede grande: mudou a placa e o dono, mas o pão (o RapidMiner que você aprende) é o mesmo. Saber a história ajuda a não se perder quando o nome muda.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= RapidMiner com novo nome (Altair → Siemens). O que você aprende continua valendo.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dado ruim passou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validação de dados gera relatórios e decisões erradas em silêncio.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Unidade errada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metros e pés, reais e centavos, ou datas em formatos diferentes distorce todo o resultado. Uma checagem de faixa/formato pega isso na entrada.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Duplicatas e nulos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 inflam totais; campos nulos quebram cálculos (média vira erro). Validar unicidade e completude evita o relatório errado.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erros de análise vem do dado, não do gráfico — valide na entrada.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dados: completude, unicidade, validade, consistência, atualidade, acurácia.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dado = escrever expectativas e verificá-las automaticamente.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e pandera testam schema, faixas, nulos e duplicados.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(antigo RapidMiner) valida e modela de forma visual (sem código).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a validação a cada carga — barre o dado ruim antes de usá-lo.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erros de análise nasce no dado; valide na entrada.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dados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quanto o dado é confiável para decidir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Estrutura esperada (colunas, tipos, regras)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para validar dados como testes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Validação de schema de DataFrame em Python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Ausência de valores faltantes indevidos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 duplicatas onde deve ser único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Valores no formato/faixa esperados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Valor muito fora do padrão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AI Studio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Plataforma visual de dados (antigo RapidMiner)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Avaliar o modelo em várias divisões dos dados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/ pandera.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greatexpectations.io e union.ai/pandera — validação de dados.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 · scikit-learn.org · docs.pytest.org · greatexpectations.io · rapidminer.com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Science e Testes — Projeto Social Garapuvu 2026.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29 — Qualidade e Validação de Dados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e validação de dados</dc:title>
  <dc:subject>PptxGenJS Presentation</dc:subject>
  <dc:creator>Douglas Adriano Queiroz</dc:creator>
  <cp:lastModifiedBy>Douglas Adriano Queiroz</cp:lastModifiedBy>
  <cp:revision>1</cp:revision>
  <dcterms:created xsi:type="dcterms:W3CDTF">2026-08-03T18:47:42Z</dcterms:created>
  <dcterms:modified xsi:type="dcterms:W3CDTF">2026-08-03T18:47:42Z</dcterms:modified>
</cp:coreProperties>
</file>