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Science ('ciência de dados') é a área que combina programação, estatística e conhecimento do negócio para extrair informação útil de dados e apoiar decisões. Um cientista/analista de dados coleta dados, limpa, explora, cria modelos e comunica resultados. Neste módulo o foco é a QUALIDADE: como garantir que os dados e os modelos estão corretos. Isso importa mais em dados do que em software comum porque o erro é silencioso — não trava a tela, apenas produz um número errado no qual alguém confia. Vamos do zero, com analogias; ninguém precisa ser especialista.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Roteiro em uma frase cada: o que é Data Science e suas etapas; as ferramentas (Python, pandas, scikit-learn, Altair AI Studio, SQL, visualização); o que é Big Data e a nuvem de dados (Snowflake); onde a área é usada no mercado; por que testar; e um exemplo prático de testar o próprio dado com pandera. Ideia-guia do módulo: 'dado ruim = decisão ruim'.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Science segue um ciclo. COLETA: reunir dados de fontes como bancos (SQL), APIs, planilhas, logs e sensores. LIMPEZA/PREPARAÇÃO: tratar valores faltantes, duplicados, formatos inconsistentes e outliers — costuma consumir uns 80% do tempo do projeto. ANÁLISE EXPLORATÓRIA: estatística descritiva (médias, distribuições), correlações e gráficos para entender os dados. MODELAGEM: criar um modelo que aprende padrões. Há aprendizado SUPERVISIONADO, quando temos a resposta certa nos dados históricos — dividido em classificação (prever uma categoria, ex.: cancela sim/não) e regressão (prever um número, ex.: valor de venda) — e NÃO-SUPERVISIONADO, sem resposta, como clusterização (agrupar clientes parecidos). COMUNICAÇÃO: transformar o resultado em gráficos, dashboards e recomendações. Um MODELO, na prática, é uma função que aprende a relação entre as FEATURES (as variáveis de entrada, o 'X') e o ALVO (o que se quer prever, o 'y'); você mostra milhares de exemplos rotulados e ele generaliza para casos novos.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cada ferramenta com substância. PYTHON: linguagem interpretada, fácil de ler, com o maior ecossistema de bibliotecas de dados — virou o padrão da área. PANDAS: biblioteca que traz o DataFrame (uma tabela com linhas e colunas, como uma aba de Excel) e a Series (uma coluna); permite filtrar, agrupar (groupby), juntar tabelas (merge) e ler/gravar CSV, Excel e SQL com uma linha. NUMPY está por baixo, cuidando de cálculos numéricos rápidos. JUPYTER NOTEBOOK: um documento interativo feito de 'células' de código e texto, onde você roda um pedaço por vez e vê o resultado (gráfico, tabela) na hora — ótimo para explorar; o Google COLAB é um Jupyter gratuito na nuvem, sem instalar nada, até com GPU. SCIKIT-LEARN: a principal biblioteca de Machine Learning do Python; tem algoritmos prontos (árvore de decisão, random forest, regressão logística, KNN), a divisão treino/teste (train_test_split) e as métricas; o padrão de uso é model.fit(treino) para treinar e model.predict(novo) para prever. ALTAIR AI STUDIO (antigo RapidMiner): faz tudo isso de forma VISUAL, arrastando 'operadores' (blocos), sem escrever código. SQL: linguagem para consultar bancos (SELECT, WHERE, JOIN), vista no Bônus B1. MATPLOTLIB/SEABORN/POWER BI: para gráficos e dashboards. Ninguém precisa dominar tudo hoje — este slide é o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BIG DATA é quando o volume, a velocidade ou a variedade dos dados excede o que um único computador/planilha aguenta. Os 3 Vs: VOLUME (terabytes/petabytes — não cabe na memória RAM de um PC), VELOCIDADE (dados chegando o tempo todo, quase em tempo real) e VARIEDADE (texto, imagem, JSON, tabelas — formatos diferentes); alguns autores somam Veracidade (confiabilidade) e Valor. Quando o dado é grande demais, usamos computação DISTRIBUÍDA (dividir o trabalho entre vários computadores — é o que o Apache Spark faz) e guardamos os dados na NUVEM. Um DATA WAREHOUSE é um armazém de dados organizado para análise; um DATA LAKE guarda dados brutos de qualquer formato. A SNOWFLAKE é um data warehouse na nuvem (SaaS) muito usado: você não gerencia servidor, ela SEPARA armazenamento de processamento (então escala cada um sob demanda), consulta-se com SQL e paga-se pelo uso. Google BIGQUERY é semelhante (serverless); DATABRICKS junta Spark e notebooks. O processo de trazer dados para lá chama-se ETL/ELT (extrair, transformar, carregar). Analogia: se seus dados cabem num armário (planilha), Big Data é um galpão na nuvem que cresce quando precisa — e validar a qualidade em escala fica ainda mais crítico.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Science resolve problemas concretos; explique como cada um funciona. CHURN (cancelamento): é uma CLASSIFICAÇÃO binária — o modelo aprende, pelo histórico, a prever se um cliente vai cancelar (sim/não), para a empresa agir antes com retenção; será nosso desafio final. FRAUDE: detecção de anomalias em tempo real; classes muito desbalanceadas (fraude é rara), o que exige métricas além da acurácia. CRÉDITO: prever inadimplência (score) para conceder ou não empréstimo; área muito regulada, precisa ser explicável. DEMANDA/VENDAS: previsão por SÉRIES TEMPORAIS (usa o passado para estimar o futuro), para não faltar nem sobrar estoque. RECOMENDAÇÃO: sugerir itens (Netflix, Spotify, e-commerce) por 'filtragem colaborativa' (quem gostou disso também gostou daquilo) ou por conteúdo. ANÁLISE DE SENTIMENTO: usa PLN (processamento de linguagem natural) para classificar textos (avaliações, comentários) como positivos ou negativos. Note que a maioria são problemas de classificação ou regressão — a mesma caixa de ferramentas do desafio.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POR QUE TESTAR em Data Science? Pelo princípio 'garbage in, garbage out': se entra dado errado, sai conclusão errada, por mais bonito que fique o gráfico. Testamos TRÊS coisas. O CÓDIGO: as funções que leem, limpam e transformam os dados fazem exatamente o que prometem? (é o teste unitário, com pytest). O DADO: está completo, no formato certo, dentro das faixas esperadas, sem duplicatas? (é a validação de dados, com pandera/Great Expectations). O MODELO: acerta o suficiente segundo uma métrica? não está 'colando' (data leakage)? é justo? Diferente de um sistema web, onde o bug aparece na tela, em dados o erro costuma ser SILENCIOSO — o pipeline roda 'com sucesso' e entrega um número errado. Exemplo clássico: um campo que trata centavos como reais mostra a empresa 100 vezes mais rica; o relatório fica lindo e a decisão é péssima. E modelos podem estar 'confiantemente errados' — dar uma probabilidade alta para algo falso. Por isso testar dado e modelo é tão sério quanto testar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é o gancho central do módulo: além do CÓDIGO, testamos o DADO em si. O PANDERA é uma biblioteca Python de validação de DataFrames: você declara um 'schema' com as colunas esperadas e as regras de cada uma, e ele confere o DataFrame inteiro. No exemplo: idade tem que ser inteiro entre 0 e 120 (Check.in_range), e-mail precisa casar com um padrão que tenha @ (Check.str_matches), salário tem que ser &gt;= 0 (Check.ge), e cidade não pode ser nula (nullable=False). Ao rodar schema.validate(df), se algum valor viola a regra, o pandera lança um erro apontando a coluna e a linha; com lazy=True, ele junta TODOS os problemas de uma vez. Isso normalmente roda na ENTRADA do pipeline (quando um novo arquivo chega) e no CI, barrando dado ruim antes de treinar ou gerar relatório. A diferença para o teste de código é o alvo: aqui a 'entrada' que testamos são os próprios dados, não uma função. E não precisa saber programar muito — são regras de bom senso viradas em verificação automática. Veremos a fundo, com uma segunda ferramenta, na Aula 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maior mudança de mentalidade do módulo. No software TRADICIONAL o comportamento é DETERMINÍSTICO: a mesma entrada gera sempre a mesma saída, então o teste compara o resultado com um valor esperado fixo (passou/falhou). Em Machine Learning o resultado é PROBABILÍSTICO: o modelo 'acerta X% das vezes' e depende dos dados, que mudam com o tempo. Por isso avaliamos por MÉTRICAS com um LIMIAR, não por igualdade exata. Principais métricas de classificação: ACURÁCIA (% de acertos — engana quando as classes são desbalanceadas), PRECISÃO (dos que o modelo disse 'sim', quantos eram mesmo), RECALL (dos que eram 'sim', quantos o modelo pegou) e F1 (equilíbrio entre precisão e recall, de 0 a 1). Um teste de modelo vira algo como 'assert f1 &gt;= 0.75'. Também lidamos com NÃO-DETERMINISMO fixando a semente aleatória (random_state/seed) para reproduzir o mesmo resultado, e com DRIFT (o dado de produção muda e a performance cai com o tempo). Para quem vem de QA tradicional, é aqui que a cabeça muda.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Falhas reais mostram o custo de não testar dado e modelo. VIÉS (bias): em 2018 uma grande empresa de tecnologia abandonou uma IA que triava currículos porque ela aprendeu, com o histórico majoritariamente masculino, a penalizar currículos de mulheres — ninguém testou justiça/viés nos dados de treino. Lição: verifique se o modelo é justo entre grupos e se os dados de treino não carregam preconceitos históricos. DATA LEAKAGE (vazamento de dados): acontece quando informação que o modelo não teria no mundo real 'vaza' para o treino — por exemplo, uma coluna que só existe depois do desfecho, ou processar/normalizar os dados ANTES de separar treino e teste. O modelo então parece excelente na avaliação e fracassa na vida real. Analogia da prova: estudar com o próprio gabarito — tira 10 no simulado e zera na prova real. Como evitar: separe treino/teste ANTES de qualquer transformação, use pipelines do scikit-learn e desconfie de acurácia perto de 100%. Esses erros são invisíveis SEM teste — e viram decisão errada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Fechamento. Três ideias para a turma levar: (1) 'dado ruim = decisão ruim' — a qualidade do dado limita a qualidade da conclusão; (2) em Data Science testamos três coisas: o código, o DADO e o modelo; (3) avaliamos modelos por métricas com limiar, não por 'passou/falhou'. Ponte para a próxima aula: 'na Aula 28 começamos a testar de verdade, com o pytest, as funções que preparam os dados'.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rápido pelo glossário: são os termos e siglas que apareceram na aula. Diga que não é para decorar agora — é uma página de consulta. Leia 2 ou 3 que você acha que geram mais dúvida e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onde aprofundar: aponte 1 ou 2 referências e diga que os links completos estão no Guia de Estudos do módulo. Encerre convidando a turma a praticar no material indicado.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4 · AULA 27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Introdução: Data Science e Testes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qualidade e testes são tão importantes quando o produto é... dado.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Data Science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dado bruto ao insight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Altair AI Studio e cia.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testar?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se testa em DS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dado e modelo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 × software comum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no teste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dado engana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Data Science?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transformar dados brutos em decisões: coletar, limpar, analisar, modelar e comunicar.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bruto: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planilhas, logs, bancos — muitas vezes sujos e incompletos.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padrões e responder perguntas do negócio.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(ML):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com os dados para prever ou classificar.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gráficos, relatórios, dashboards e APIs que geram valor.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cozinha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é cozinhar: os dados são os ingredientes crus, a limpeza é lavar e cortar, o modelo é a receita e o insight é o prato pronto. E o bom cozinheiro PROVA em cada etapa — testar é isso: provar antes de servir.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vira dado em decisão — e cada etapa precisa ser 'provada'.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do ecossistema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SE USA NO DIA A DIA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+ pandas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nº 1 de dados; pandas manipula tabelas (DataFrames).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 Notebook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para explorar dados e mostrar análises passo a passo.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machine learning (treinar e avaliar modelos).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Altair AI Studio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visual (arrastar-e-soltar) de ciência de dados — o antigo RapidMiner.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 conferir os dados na fonte (lembra o Bônus B1).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 / Power BI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de dados e dashboards.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Data e a nuvem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O DADO É GRANDE DEMAIS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o dado é grande, rápido e variado demais para caber numa planilha ou num PC — isso é Big Data.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Vs: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(muito dado), Velocidade (chega rápido) e Variedade (formatos diferentes).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guardar: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de dados na nuvem — ex.: Snowflake, Google BigQuery, Databricks.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'data warehouse' na nuvem: guarda bilhões de linhas, escala sob demanda e se consulta com SQL.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teste?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validamos a qualidade dos dados EM ESCALA (o Great Expectations roda sobre Snowflake/BigQuery) e testamos os pipelines de carga (ETL/ELT).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do armazém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dados da sua casa cabem num armário (uma planilha), Big Data é um armazém gigante: você não guarda tudo em casa, aluga um galpão na nuvem (Snowflake) que cresce quando precisa. E, como em todo armazém, um inspetor confere a qualidade do que entra.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mora na nuvem (ex.: Snowflake); testar a qualidade dos dados vale ainda mais em escala.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Problemas reais de Data Science no mercado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A ÁREA É USADA DE VERDADE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(cancelamento)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quem vai cancelar a assinatura para agir antes. O caso mais clássico do mercado.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Detecção de fraude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transações suspeitas de cartão em tempo real.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de crédito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inadimplência para decidir a concessão de crédito.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Previsão de demanda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vendas/estoque para não faltar nem sobrar.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Recomendação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 produtos/filmes (o 'quem viu isso também viu').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de sentimento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se avaliações e comentários são positivos ou negativos.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testar em Data Science?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GARBAGE IN, GARBAGE OUT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dado entra errado, a conclusão sai errada — por mais bonito que seja o gráfico.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código: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funções de limpeza e transformação fazem o que prometem?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dado: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completo, no formato e na faixa certa? (o dado também 'tem bugs').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modelo: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 o suficiente? não está 'colando' (data leakage)?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negócio, crédito, saúde e contratação dependem disso.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relatório com um dado de valor em centavos tratado como reais mostra a empresa 100× mais rica. O gráfico fica lindo — e a decisão, desastrosa. Testar o dado evita isso.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DS testamos três coisas: o código, o DADO e o modelo.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Testando o DADO com pandera (exemplo)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 O DADO, NÃO SÓ O CÓDIGO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o pytest testa o código, o pandera 'testa' o dado: você declara as regras e ele confere cada linha.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3246120"/>
          </a:xfrm>
          <a:prstGeom prst="roundRect">
            <a:avLst>
              <a:gd name="adj" fmla="val 2254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5400000">
              <a:srgbClr val="1B3A1B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11109960" cy="310896"/>
          </a:xfrm>
          <a:prstGeom prst="rect">
            <a:avLst/>
          </a:prstGeom>
          <a:solidFill>
            <a:srgbClr val="1B452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05740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05740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9659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validar_dados.py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pandera as pa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pandera import Column, Check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= pa.DataFrameSchema({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'idade':   Column(int,   Check.in_range(0, 120)),   # idade plausível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'email':   Column(str,   Check.str_matches(r'.+@.+')),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'salario': Column(float, Check.ge(0)),              # não pode ser negativo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'cidade':  Column(str,   nullable=False),           # campo obrigatório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schema.validate(df)   # passa se ok; lança erro apontando a linha se violar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58384"/>
            <a:ext cx="11109960" cy="658368"/>
          </a:xfrm>
          <a:prstGeom prst="roundRect">
            <a:avLst>
              <a:gd name="adj" fmla="val 13889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5404104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5540167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5449824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pandera, as regras do dado viram testes automáticos — dado ruim é barrado na entrada.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comum × teste em Data Science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MUDA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tradicional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→ saída determinística.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entrada, mesma saída sempre.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resultado esperado fixo.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 / ML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é probabilístico (um modelo 'acerta X%').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dos dados, que mudam com o tempo.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por faixa/limiar e qualidade do dado.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DS, além de 'passou/falhou', testamos qualidade de dado e métricas por limiar.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o dado (ou o modelo) engana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 análises mal testados já causaram decisões injustas e caras.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Recrutamento enviesado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grande empresa abandonou uma IA de currículos que aprendeu a preferir homens — porque os dados históricos eram enviesados. Lição: teste viés e qualidade dos dados de treino.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que 'colou' (data leakage)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parecem ótimos no teste e falham na vida real porque 'viram' sem querer a resposta durante o treino. Lição: separe treino/teste e teste o vazamento.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enviesado ou vazamento passam despercebidos sem teste — e viram decisão errada.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1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transforma dado bruto em decisão (coletar, limpar, modelar, comunicar).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Python/pandas, Jupyter, scikit-learn, Altair AI Studio (RapidMiner), SQL, viz.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out: dado ruim gera conclusão ruim.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DS testamos o código, o DADO e o modelo.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software comum, avaliamos por faixa/limiar e qualidade de dado.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enviesado e data leakage causam decisões injustas — teste-os.</a:t>
            </a:r>
            <a:endParaRPr lang="en-US" sz="1500" dirty="0"/>
          </a:p>
        </p:txBody>
      </p:sp>
      <p:sp>
        <p:nvSpPr>
          <p:cNvPr id="25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6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Transformar dados em decisões e previsões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Tabela de dados (linhas × colunas) do pandas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Biblioteca Python para manipular tabelas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Ambiente interativo (notebook) para análise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Biblioteca de machine learning em Python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2920" y="557784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" y="557784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" y="559612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AI Studio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Plataforma visual de ciência de dados (antigo RapidMiner)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Dados grandes/rápidos/variados demais para um PC ou planilha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2450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2450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2468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warehouse (armazém de dados) na nuvem, consultado com SQL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529584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529584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547872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(ML)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Programa que aprende com dados para prever/classificar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60857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60857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62686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Vazamento: o modelo 'vê' a resposta no treino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263640" y="544982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63640" y="544982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7" name="Text 34"/>
          <p:cNvSpPr/>
          <p:nvPr/>
        </p:nvSpPr>
        <p:spPr>
          <a:xfrm>
            <a:off x="6464808" y="546811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(bias)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Distorção que torna o modelo injusto/incorreto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9" name="Text 3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scikit-learn.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Bases da manipulação de dados e ML em Python.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oficiais.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 · scikit-learn.org · docs.pytest.org · greatexpectations.io · rapidminer.com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Science e Testes — Projeto Social Garapuvu 2026.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27 — Data Science e Testes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Introdução: Data Science e Testes</dc:title>
  <dc:subject>PptxGenJS Presentation</dc:subject>
  <dc:creator>Douglas Adriano Queiroz</dc:creator>
  <cp:lastModifiedBy>Douglas Adriano Queiroz</cp:lastModifiedBy>
  <cp:revision>1</cp:revision>
  <dcterms:created xsi:type="dcterms:W3CDTF">2026-08-03T18:47:42Z</dcterms:created>
  <dcterms:modified xsi:type="dcterms:W3CDTF">2026-08-03T18:47:42Z</dcterms:modified>
</cp:coreProperties>
</file>