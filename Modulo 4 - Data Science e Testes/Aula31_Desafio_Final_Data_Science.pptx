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Aula final da trilha, com dois momentos: primeiro, como se testa um MODELO de verdade — que não é 'passou/falhou'; depois, o desafio final, prever churn (cancelamento), o problema mais clássico e valioso do mercado. É o projeto que fecha o módulo e que vira portfólio para o currículo.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Roteiro: como testar modelos (métricas com limiar, data leakage, reprodutibilidade, drift); as boas práticas; e o desafio final — o contexto do churn, as tarefas, os entregáveis e como será avaliado.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Como testar um MODELO. Como ele não acerta 100%, testamos por LIMIAR sobre uma métrica. As principais métricas de classificação: ACURÁCIA (% de acertos, enganosa quando as classes são desbalanceadas), PRECISÃO, RECALL, F1 (equilíbrio entre precisão e recall, de 0 a 1) e AUC-ROC (capacidade de separar as classes). A MATRIZ DE CONFUSÃO mostra acertos e erros por classe (verdadeiros/falsos positivos e negativos). Um teste vira 'assert f1 &gt;= 0,80'. Três cuidados essenciais: sem DATA LEAKAGE (separe treino e teste; nunca deixe informação da resposta ou do futuro entrar nas features); REPRODUTIBILIDADE (fixe a semente aleatória e versione dados e modelo — com DVC ou MLflow — para obter sempre o mesmo resultado); e DRIFT (em produção a distribuição dos dados muda com o tempo, 'data drift', ou a relação entre entrada e alvo muda, 'concept drift', e a performance cai — por isso monitora-se o modelo continuamente). Analogia da escola: a prova tem que ser diferente da lista de exercícios, senão o aluno só decorou.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boas práticas que evitam os erros mais comuns. FIXAR A SEED (random_state) para reproduzir resultados. SEPARAR treino/teste e avaliar sempre no que o modelo nunca viu (idealmente usar validação cruzada). EVITAR LEAKAGE: nada do alvo ou do futuro nas features; faça o pré-processamento dentro de um pipeline, depois do split. VALIDAR O DADO antes de treinar (pandera/GE) — lixo não entra. CHECAR VIÉS: o modelo é justo entre grupos (gênero, região)? DOCUMENTAR: registre os dados usados, a versão do modelo e as métricas no README, para outra pessoa reproduzir. São hábitos simples que separam um projeto amador de um profissional.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de transição: 'agora, o desafio que fecha a trilha'. Faça uma pausa para marcar a virada de tom — sai o conteúdo teórico e entra a mão na massa, o projeto que eles vão construir e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desafio: prever quais clientes vão CANCELAR (churn) numa empresa de assinatura, a partir de um CSV com colunas como tempo de casa (meses), plano, valor mensal, uso, chamados ao suporte e o alvo 'cancelou' (Sim/Não). Por que churn é o caso mais clássico: reter um cliente costuma ser 5 a 25 vezes mais barato que conquistar um novo, então prever quem está prestes a sair — para agir com retenção — vale muito dinheiro. Tecnicamente é uma CLASSIFICAÇÃO binária, e as classes costumam ser desbalanceadas (menos gente cancela), por isso olhamos F1 e não só acurácia. Há DUAS trilhas para entregar: código (Python + pytest) OU visual (Altair AI Studio). Meta de qualidade: dados validados, testes verdes e F1 maior ou igual a 0,75. Para treinar com dado real, indique o dataset público 'Telco Customer Churn' no Kaggle.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seis tarefas, na ordem de um pipeline real. (1) EXPLORAR e VALIDAR o CSV (schema, nulos, faixas — com pandera). (2) LIMPAR e preparar as features com funções pequenas e testáveis. (3) TREINAR e avaliar um modelo (scikit-learn), separando treino/teste com seed fixa e exigindo F1 &gt;= 0,75. (4) SERVIR o modelo por uma API (FastAPI, POST /prever). (5) TESTAR tudo: unit (limpeza), validação de dado, métrica do modelo e endpoint da API. (6) AUTOMATIZAR no CI (GitHub Actions) para rodar a cada push. É a mesma lógica do Desafio de QA (Módulo 2), agora aplicada a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estrutura de testes que se espera ver toda verde: test_limpeza.py (unitário das funções de preparação), test_dados.py (validação de schema/faixas com pandera), test_modelo.py (assert f1 &gt;= 0.75) e test_api.py (o endpoint /prever — status, formato, borda). O comando 'pytest' roda os quatro conjuntos de uma vez, e o mesmo roda no CI a cada envio de código. Reforce: são quatro frentes de teste — limpeza, dado, modelo e API — que juntas cobrem o pipeline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que enviar e como será avaliado. ENTREGÁVEIS: o repositório (código Python OU o processo do Altair) com README explicando como rodar; um relatório de métricas com o F1 e a MATRIZ DE CONFUSÃO (a tabela que mostra, por classe, quantos acertou e errou — verdadeiros positivos, falsos positivos, etc.); os testes verdes no CI; evidência de qualidade do dado (validação barrando um dado inválido, sem leakage, seed fixa); a API respondendo com a previsão; e uma apresentação explicando as decisões. CRITÉRIO central: funciona, é testado e a métrica bate o limiar (F1 &gt;= 0,75).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 da trilha. Recapitule: modelo se testa por limiar de métrica e sem data leakage; reprodutibilidade se garante com seed e versionamento; o desafio percorre o caminho completo, do CSV bruto à API testada, com dados validados. Parabenize a turma: eles aprenderam a testar as TRÊS camadas — o código, o DADO e o modelo —, que é o tripé da qualidade em Data Science, e saem com um projeto real no portfólio.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rápido pelo glossário: são os termos e siglas que apareceram na aula. Diga que não é para decorar agora — é uma página de consulta. Leia 2 ou 3 que você acha que geram mais dúvida e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onde aprofundar: aponte 1 ou 2 referências e diga que os links completos estão no Guia de Estudos do módulo. Encerre convidando a turma a praticar no material indicado.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· AULA 31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31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modelos de ML e Desafio Final da trilha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teste de modelo — e o projeto que fecha a trilha.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31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modelos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leakage, drift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Reprodutível e justo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 Final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da trilha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tarefas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à API testada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Entregáveis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enviar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Avaliação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corrigido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testar um modelo de 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É 'PASSOU/FALHOU'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não acerta 100% — testamos por limiar e cuidamos das armadilhas.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com limiar: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acurácia/F1 ≥ 0,80 no conjunto de teste, senão o build falha.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data leakage: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treino/teste; nunca use info do futuro ou do alvo nas features.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a seed e versione dados e modelo (ex.: DVC) — mesmo resultado sempre.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produção, monitore se os dados mudaram (o modelo 'envelhece').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escola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modelo é como avaliar um aluno: a prova (teste) tem que ser diferente da lista de exercícios (treino), senão ele só decorou (leakage). E exigimos uma nota mínima para aprovar (limiar).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 testa por limiar de métrica, sem leakage, de forma reprodutível.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de teste em Data Science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 PARA A VIDA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 a seed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garante o mesmo resultado a cada execução.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Separe treino/teste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no que o modelo nunca viu.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Evite leakage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do alvo/futuro dentro das features.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 o dado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pandera/GE antes de treinar (lixo não entra).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Cheque viés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justo entre grupos?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versão do modelo e métricas no README.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73736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206654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91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QUE FECHA A TRILHA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 Final — Data Science e Testes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desafio: prever churn (cancelamento) de clientes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— PROBLEMA REAL DE MERCADO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um CSV de clientes de uma empresa de assinatura e deve prever quem vai CANCELAR (churn) — o caso mais comum de Data Science no mercado.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clientes.csv: tempo de casa (meses), plano, valor mensal, uso, chamados ao suporte e 'cancelou' (sim/não).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reter um cliente é bem mais barato que conquistar um novo — prever o churn vale dinheiro.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reprodutível: carregar → validar → limpar → treinar → servir → testar.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validados, testes verdes e F1 ≥ 0,75; faça em código (pytest) OU visual (Altair AI Studio).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apresentar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 pipeline rodando: a validação barrando um dado ruim, os testes verdes, a API prevendo se um cliente vai cancelar e a métrica acima do limiar. Para praticar com dado real, use o dataset público 'Telco Customer Churn' (Kaggle).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ponta a ponta: do CSV de clientes à API que prevê o churn, com qualidade comprovada.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tarefas do desafio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Explorar e validar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clientes.csv; validar schema, nulos e faixas (pandera/GE).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Limpar (testável)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limpeza/feature com testes unitários (pytest).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Treinar e avaliar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scikit-learn; separar treino/teste; F1 ≥ 0,75 (com seed fixa).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Servir por API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POST /prever recebe o cliente e retorna a chance de churn.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Testar tudo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validação de dado + métrica com limiar + endpoint da API.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Automatizar (CI)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roda os testes a cada push.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suíte de testes esperada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DEVE ESTAR VERDE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5400000">
              <a:srgbClr val="1B3A1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109960" cy="310896"/>
          </a:xfrm>
          <a:prstGeom prst="rect">
            <a:avLst/>
          </a:prstGeom>
          <a:solidFill>
            <a:srgbClr val="1B452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69164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69164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00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test_limpeza.py        # unit: funções de limpeza/feature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test_dados.py          # validação de schema/faixas (pandera)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test_modelo.py         # métrica: assert f1 &gt;= 0.75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test_api.py            # endpoint /prever: 200, formato, borda 400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8FB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rodar tudo: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--maxfail=1 -q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8FB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CI (.github/workflows/ci.yml): pytest a cada push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5038344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174407"/>
            <a:ext cx="294803" cy="29480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508406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frentes de teste: limpeza, dado, modelo e API — todas verdes.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Entregáveis e avaliação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ENVIAR E COMO SERÁ CORRIGIDO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Repositório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ou processo do Altair AI Studio, testes e README.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 de métricas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F1/acurácia no teste + matriz de confusão.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verdes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validação de dado, métrica e API passando (no CI).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do dado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barrando dado inválido, sem leakage, seed fixa.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funcionando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/prever responde com previsão válida.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Apresentação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pipeline rodando e explicar as decisões.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— e parabéns pela trilha!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 testa por limiar de métrica (ex.: F1 ≥ 0,75), sem data leakage.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Reprodutibilidade: seed fixa e versionar dados/modelo.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(churn de clientes): do CSV à API, com pipeline validado e testado.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Tarefas: explorar/validar, limpar, treinar, servir, testar, automatizar.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Entregue: repositório, testes verdes no CI, métricas e API funcionando.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aprendeu a testar o código, o DADO e o modelo — o tripé da qualidade em DS.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 de previsões corretas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Precisão/Recall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Qualidade das previsões positivas / cobertura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Equilíbrio entre precisão e recall (0 a 1)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 (threshold)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Nota mínima que a métrica deve atingir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Treino/Teste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Divisão dos dados para treinar e avaliar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Vazamento da resposta para dentro do treino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Mudança da distribuição dos dados em produção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Tabela de acertos e erros por classe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Controle de versão de dados e modelos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Mesmo processo gera o mesmo resultado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Model evaluation.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Métricas e validação de modelos.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Telco Customer Churn (Kaggle) — problema real de cancelamento.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desafio.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Inspirada no Desafio Final de QA — mesma lógica, aplicada a dados.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oficiais.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 · scikit-learn.org · docs.pytest.org · greatexpectations.io · rapidminer.com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1513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96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Science e Testes — Projeto Social Garapuvu 2026.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31 — Desafio Final (Data Science)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Testar modelos de ML e Desafio Final da trilha</dc:title>
  <dc:subject>PptxGenJS Presentation</dc:subject>
  <dc:creator>Douglas Adriano Queiroz</dc:creator>
  <cp:lastModifiedBy>Douglas Adriano Queiroz</cp:lastModifiedBy>
  <cp:revision>1</cp:revision>
  <dcterms:created xsi:type="dcterms:W3CDTF">2026-08-03T18:47:42Z</dcterms:created>
  <dcterms:modified xsi:type="dcterms:W3CDTF">2026-08-03T18:47:42Z</dcterms:modified>
</cp:coreProperties>
</file>