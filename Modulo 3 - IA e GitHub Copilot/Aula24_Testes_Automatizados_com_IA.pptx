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3 · AULA 24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24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automatizados com IA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 IA para criar casos, dados e scripts de teste — com revisão crítica.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+ testes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IA ajuda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Gerar casos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requisito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 de teste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de exemplo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Scripts E2E/API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mais rápida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Revisar a IA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confiar cego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FreelaBairro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publicar vaga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24 — Testes Automatizados com IA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a IA acelera o teste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APLICADA A QA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ótima para o trabalho braçal do teste, liberando você para o pensamento crítico.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casos de teste: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um requisito ou tela.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dados de teste: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nomes, CEPs, valores válidos e inválidos.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scripts: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rascunhos de testes E2E, API e unitários.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 cenários: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 de casos de borda que você esqueceu.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estagiário rápido que monta o rascunho de todos os casos de teste em minutos. Você, o testador experiente, revisa, corta o que não presta e adiciona o que só a experiência enxerga.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faz o rascunho em escala; você garante a qualidade.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24 — Testes Automatizados com IA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usar IA nos testes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USOS PRÁTICOS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de teste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'Gere 8 casos para o cadastro de vaga, incluindo inválidos'.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 de decisão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 combinações de regras que você poderia esquecer.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Massa de dados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50 vagas fictícias de bairros de Floripa.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Scripts E2E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Rascunha um teste Cypress de publicar e buscar vaga.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de API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requisições e validações para o Postman.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de bug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um log e sugere possíveis causas.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24 — Testes Automatizados com IA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Gerando testes com IA, passo a passo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 PRÁTICA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8895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904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o requisito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5666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21838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2094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102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13278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Pedir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31566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+ script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29861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095037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65292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300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6477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Revisar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204765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e ajustar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103059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68235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38490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499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9675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Rodar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77963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de verdade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37625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641434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11689" y="1783080"/>
            <a:ext cx="658368" cy="65836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697" y="1941088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32874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Refinar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751162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o que falhou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 de prompt para o FreelaBairro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'Aja como QA. A partir deste requisito: "publicar vaga exige título, bairro existente e valor &gt; 0", gere casos de teste positivos e negativos no formato Dado-Quando-Então e um esqueleto de teste Cypress.' Depois, REVISE cada caso antes de usar.</a:t>
            </a:r>
            <a:endParaRPr lang="en-US" sz="1350" dirty="0"/>
          </a:p>
        </p:txBody>
      </p:sp>
      <p:sp>
        <p:nvSpPr>
          <p:cNvPr id="36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7" name="Text 30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24 — Testes Automatizados com IA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Revisar o que a IA gera (sempre)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PENSAMENTO CRÍTICO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gerado por IA é rascunho, não verdade. A revisão é o que garante valor.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a regra: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entendeu a regra de negócio certa?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Caça o falso-positivo: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que 'passa' sem verificar nada não serve.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redundância: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testes iguais inflam a suíte à toa.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 o seu faro: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borda que só a experiência lembra.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corrigir a redação do estagiário: o texto veio rápido, mas você confere os fatos, corta o repetido e adiciona o que faltou. Sem essa correção, o erro entra com cara de pronto.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escreve o teste; você é quem garante que ele realmente testa.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24 — Testes Automatizados com IA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acelera o braçal: casos, dados e scripts de teste.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Use-a para casos positivos e negativos, tabelas e massa de dados.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Rascunha scripts de E2E, API e unitários para você refinar.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contexto → pedir → revisar → rodar → refinar.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gerado por IA é rascunho: confira a regra e os falsos-positivos.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pensamento crítico é o que transforma rascunho em teste de verdade.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24 — Testes Automatizados com IA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teste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Receita de um teste (passos + resultado esperado)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de dados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Conjunto de dados usado para testar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Falso-positivo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Teste que passa sem realmente verificar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teste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Código que executa um teste automatizado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Teste de ponta a ponta (fluxo do usuário)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Quanto do sistema os testes exercitam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Pedido feito à IA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Dado-Quando-Então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Formato Gherkin de caso de teste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Conferência crítica do que foi gerado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borda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Situação extrema que costuma revelar bugs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24 — Testes Automatizados com IA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/ Postman + IA.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Geração assistida de testes (docs oficiais).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Princípios de teste continuam valendo com IA.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IA.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Sempre revise o que a IA gera — você é responsável pelo resultado final.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FreelaBairro — vagas de freelancer por bairro em Floripa e Jaraguá do Sul.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24 — Testes Automatizados com 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automatizados com IA</dc:title>
  <dc:subject>PptxGenJS Presentation</dc:subject>
  <dc:creator>Douglas Adriano Queiroz</dc:creator>
  <cp:lastModifiedBy>Douglas Adriano Queiroz</cp:lastModifiedBy>
  <cp:revision>1</cp:revision>
  <dcterms:created xsi:type="dcterms:W3CDTF">2026-06-22T12:29:47Z</dcterms:created>
  <dcterms:modified xsi:type="dcterms:W3CDTF">2026-06-22T12:29:47Z</dcterms:modified>
</cp:coreProperties>
</file>