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3 · AULA 26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26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prático: IA + Testes ponta a ponta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tudo: construir, testar e publicar o FreelaBairro com apoio de IA.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projeto final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junto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fluxo completo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ideia ao deploy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em cada etapa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ela entra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Qualidade ponta a ponta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em camadas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Checklist de entrega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apresentar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Seu portfólio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resultado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26 — Projeto Prático: IA + Testes Ponta a Ponta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projeto final: FreelaBairro completo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Construir, testar e publicar o app de vagas usando tudo que aprendemos nos 3 módulos.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(API):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de vagas e bairros, com regras de negócio.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para publicar, buscar e candidatar-se.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em camadas: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unidade, API e E2E, mais usabilidade.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publicado, versionado no GitHub e documentado.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casa pronta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aprender planta, alvenaria, instalações e vistoria, agora entregamos a casa inteira — construída com ajuda da IA, vistoriada em todos os níveis e com o manual pronto. É a sua obra para mostrar.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projeto que prova, na prática, tudo que você aprendeu.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26 — Projeto Prático: IA + Testes Ponta a Ponta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fluxo completo, de ponta a ponta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IDEIA AO DEPLOY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889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904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Planejar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casos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566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21838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20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1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3278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Construir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31566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 IA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29861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095037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65292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300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6477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04765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Unidade, API, E2E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103059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68235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38490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499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9675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77963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roda os testes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3762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41434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11689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697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32874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Publicar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751162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monitorar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em cada etapa — com você no comando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Planejar: IA sugere casos de teste a partir dos requisitos. Construir: o GitHub Copilot sugere endpoints e telas no VS Code. Testar: IA rascunha os scripts. Documentar: IA escreve o README. Em todas, você revisa, testa e aprova. A IA acelera; você responde pela qualidade.</a:t>
            </a:r>
            <a:endParaRPr lang="en-US" sz="1350" dirty="0"/>
          </a:p>
        </p:txBody>
      </p:sp>
      <p:sp>
        <p:nvSpPr>
          <p:cNvPr id="36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7" name="Text 30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26 — Projeto Prático: IA + Testes Ponta a Ponta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Qualidade ponta a ponta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EM CAMADAS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Aplicamos a pirâmide de testes (Aula 9) ao FreelaBairro: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— unidade: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que valida valor &gt; 0 e bairro existente.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— API: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/vagas cria? GET /vagas?bairro filtra? sem token dá 401?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 — E2E: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uma vaga e vê-la na busca, como o usuário.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 (5 usuários) e acessibilidade (teclado/contraste).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Conferimos os tijolos (unidade), as instalações montadas (API) e, por fim, moramos um dia na casa (E2E). Cada camada pega um tipo de problema.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testes rápidos na base, poucos E2E no topo: rápido e confiável.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26 — Projeto Prático: IA + Testes Ponta a Ponta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Checklist de entrega do projeto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APRESENTAR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53768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208544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funcionando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e acessível por link.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9944" y="1953768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208544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Repositório no GitHub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77456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versionado e organizado.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630168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76184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rodando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Unidade, API e ao menos 1 E2E no CI.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08776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9944" y="3630168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376184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7456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README claro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77456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como rodar e o que você fez.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306568"/>
            <a:ext cx="548640" cy="54864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543824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Bugs documentados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Achados, descritos e (quando der) corrigidos.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08776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9944" y="5306568"/>
            <a:ext cx="548640" cy="54864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18" y="5438242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77456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Apresentação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77456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as decisões e o que aprendeu.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26 — Projeto Prático: IA + Testes Ponta a Ponta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— e parabéns!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final integra os 3 módulos no app FreelaBairro.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planejar → construir → testar → integrar → publicar.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acelera cada etapa, mas você revisa, testa e aprova tudo.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em camadas: unidade, API e E2E, mais usabilidade e acesso.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 app no ar, GitHub, testes no CI, README e bugs documentados.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projeto é seu portfólio: a prova prática da sua nova carreira.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26 — Projeto Prático: IA + Testes Ponta a Ponta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Teste de ponta a ponta (fluxo do usuário)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Pirâmide de testes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Muita unidade na base, pouca E2E no topo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Integração contínua — esteira que roda os testes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Publicar a aplicação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Porta de acesso da API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Arquivo que explica o projeto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Projeto versionado (ex.: no GitHub)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Quanto do sistema os testes exercitam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Conjunto de trabalhos que comprovam sua habilidade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Minimum Viable Product — versão mínima que já entrega valor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26 — Projeto Prático: IA + Testes Ponta a Ponta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dos Módulos 1–3.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CTFL, prática de testes e IA aplicada ao desenvolvimento.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Continue a trilha: níveis avançados após o Foundation.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IA.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Sempre revise o que a IA gera — você é responsável pelo resultado final.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26 — Projeto Prático: IA + Testes Ponta a Ponta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prático: IA + Testes ponta a ponta</dc:title>
  <dc:subject>PptxGenJS Presentation</dc:subject>
  <dc:creator>Douglas Adriano Queiroz</dc:creator>
  <cp:lastModifiedBy>Douglas Adriano Queiroz</cp:lastModifiedBy>
  <cp:revision>1</cp:revision>
  <dcterms:created xsi:type="dcterms:W3CDTF">2026-06-22T13:02:16Z</dcterms:created>
  <dcterms:modified xsi:type="dcterms:W3CDTF">2026-06-22T13:02:16Z</dcterms:modified>
</cp:coreProperties>
</file>