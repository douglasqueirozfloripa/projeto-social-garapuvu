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31520"/>
            <a:ext cx="1371600" cy="13716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106070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CCC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3 · AULA 23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Aula 23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754880" y="182880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Programação assistida por IA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4800600" y="3703320"/>
            <a:ext cx="1371600" cy="7315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4754880" y="38862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E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software em dupla com a IA — sem perder o controle.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754880" y="6035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Instrutor: Douglas Adriano Queiroz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vamos ver hoje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AULA 23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Pair programming com IA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Programar em dupla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064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8096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715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8096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a IA faz bem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8096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Forças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5488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1520" y="171907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39" y="187269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520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Onde ela falha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1520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Fluxo de trabalho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Pedir, revisar, testar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2064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8096" y="3913632"/>
            <a:ext cx="640080" cy="64008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715" y="406725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8096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Prompts para código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8096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pedir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5488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1520" y="3913632"/>
            <a:ext cx="640080" cy="6400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139" y="406725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FreelaBairro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1520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um endpoint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3 · Aula 23 — Programação Assistida por IA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Programar em dupla com a IA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PAIR PROGRAMMING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descreve o objetivo; a IA propõe o código; você revisa, ajusta e decide.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é o piloto: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o que fazer e julga o resultado.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é o copiloto: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 rascunhos, lembra sintaxe, sugere abordagens.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rápido: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tempo no trabalho repetitivo e na 'folha em branco'.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junto: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para a IA explicar o porquê do código.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cozinhar com um ajudante muito rápido: você decide o prato e prova o tempo todo; ele pica, mistura e adianta o trabalho. Mas é o seu paladar que aprova o prato no final.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dirige, a IA acelera — a responsabilidade pelo resultado é sua.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3 · Aula 23 — Programação Assistida por IA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Forças × limites da IA no código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SAIBA O QUE ESPERAR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3657600"/>
          </a:xfrm>
          <a:prstGeom prst="roundRect">
            <a:avLst>
              <a:gd name="adj" fmla="val 2500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191292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830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Ela faz bem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repetitivo e 'casca' (boilerplate).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trechos e sugerir nomes.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Rascunhar testes e dados de exemplo.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Traduzir entre linguagens.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09360" y="1463040"/>
            <a:ext cx="5440680" cy="3657600"/>
          </a:xfrm>
          <a:prstGeom prst="roundRect">
            <a:avLst>
              <a:gd name="adj" fmla="val 2500"/>
            </a:avLst>
          </a:prstGeom>
          <a:solidFill>
            <a:srgbClr val="FFE0B2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83680" y="1737360"/>
            <a:ext cx="731520" cy="73152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245" y="191292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17830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6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Cuidado com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29400" y="260604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6B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 funções/bibliotecas que não existem.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6B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negócio específicas do seu projeto.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6B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e casos de borda sutis.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6B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Afirmar com confiança coisas erradas.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5257800"/>
            <a:ext cx="11109960" cy="731520"/>
          </a:xfrm>
          <a:prstGeom prst="roundRect">
            <a:avLst>
              <a:gd name="adj" fmla="val 12500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534009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03" y="5476159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5349240"/>
            <a:ext cx="99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Ótima para acelerar o conhecido; perigosa quando você não confere.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9" name="Text 14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3 · Aula 23 — Programação Assistida por IA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fluxo de trabalho assistido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TRABALHAR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998878" cy="2377440"/>
          </a:xfrm>
          <a:prstGeom prst="roundRect">
            <a:avLst>
              <a:gd name="adj" fmla="val 457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8895" y="1783080"/>
            <a:ext cx="658368" cy="658368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6904" y="1941088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560320"/>
            <a:ext cx="1815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58368" y="3108960"/>
            <a:ext cx="17794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quer fazer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556662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821838" y="1554480"/>
            <a:ext cx="1998878" cy="2377440"/>
          </a:xfrm>
          <a:prstGeom prst="roundRect">
            <a:avLst>
              <a:gd name="adj" fmla="val 457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92094" y="1783080"/>
            <a:ext cx="658368" cy="658368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0102" y="1941088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13278" y="2560320"/>
            <a:ext cx="1815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Pedir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2931566" y="3108960"/>
            <a:ext cx="17794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claro e pequeno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829861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5095037" y="1554480"/>
            <a:ext cx="1998878" cy="2377440"/>
          </a:xfrm>
          <a:prstGeom prst="roundRect">
            <a:avLst>
              <a:gd name="adj" fmla="val 457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765292" y="1783080"/>
            <a:ext cx="658368" cy="658368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3300" y="1941088"/>
            <a:ext cx="342351" cy="34235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86477" y="2560320"/>
            <a:ext cx="1815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Revisar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204765" y="3108960"/>
            <a:ext cx="17794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 e entender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7103059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7368235" y="1554480"/>
            <a:ext cx="1998878" cy="2377440"/>
          </a:xfrm>
          <a:prstGeom prst="roundRect">
            <a:avLst>
              <a:gd name="adj" fmla="val 457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038490" y="1783080"/>
            <a:ext cx="658368" cy="658368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6499" y="1941088"/>
            <a:ext cx="342351" cy="34235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59675" y="2560320"/>
            <a:ext cx="1815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Testar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7477963" y="3108960"/>
            <a:ext cx="17794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os testes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9376258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28" name="Shape 22"/>
          <p:cNvSpPr/>
          <p:nvPr/>
        </p:nvSpPr>
        <p:spPr>
          <a:xfrm>
            <a:off x="9641434" y="1554480"/>
            <a:ext cx="1998878" cy="2377440"/>
          </a:xfrm>
          <a:prstGeom prst="roundRect">
            <a:avLst>
              <a:gd name="adj" fmla="val 457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10311689" y="1783080"/>
            <a:ext cx="658368" cy="65836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9697" y="1941088"/>
            <a:ext cx="342351" cy="342351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732874" y="2560320"/>
            <a:ext cx="1815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Commit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9751162" y="3108960"/>
            <a:ext cx="17794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Versionar o que ficou bom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548640" y="4206240"/>
            <a:ext cx="11109960" cy="1737360"/>
          </a:xfrm>
          <a:prstGeom prst="roundRect">
            <a:avLst>
              <a:gd name="adj" fmla="val 5263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Regra de ouro: nunca aceite o que você não entende</a:t>
            </a:r>
            <a:endParaRPr lang="en-US" sz="1600" dirty="0"/>
          </a:p>
        </p:txBody>
      </p:sp>
      <p:sp>
        <p:nvSpPr>
          <p:cNvPr id="35" name="Text 28"/>
          <p:cNvSpPr/>
          <p:nvPr/>
        </p:nvSpPr>
        <p:spPr>
          <a:xfrm>
            <a:off x="822960" y="480060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D3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IA gerar algo que você não consegue explicar, pare e pergunte 'por que assim?'. Código que ninguém entende vira bug que ninguém conserta. A IA também é ótima professora — use isso a seu favor.</a:t>
            </a:r>
            <a:endParaRPr lang="en-US" sz="1350" dirty="0"/>
          </a:p>
        </p:txBody>
      </p:sp>
      <p:sp>
        <p:nvSpPr>
          <p:cNvPr id="36" name="Shape 2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7" name="Text 30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3 · Aula 23 — Programação Assistida por IA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Prompts que geram bom código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PEDIR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mais contexto e restrições você der, melhor o código que volta.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Diga a stack: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'em Node com Express, crie o endpoint POST /vagas'.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Dê as regras: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'valor deve ser &gt; 0 e bairro deve existir'.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testes junto: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'inclua testes para valor inválido'.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explicação: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'comente o porquê de cada validação'.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casa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 'faça um endpoint' é como pedir 'faça uma parede' sem dizer onde, de que material e tamanho. Detalhe o pedido e o resultado já vem quase pronto.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+ regras + testes + explicação = código bom de primeira.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3 · Aula 23 — Programação Assistida por IA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risco de confiar cego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CASOS REAIS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Aceitar código de IA sem revisar já causou vazamentos e bugs em produção.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40680" cy="2788920"/>
          </a:xfrm>
          <a:prstGeom prst="roundRect">
            <a:avLst>
              <a:gd name="adj" fmla="val 3279"/>
            </a:avLst>
          </a:prstGeom>
          <a:solidFill>
            <a:srgbClr val="FFE0B2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395728"/>
            <a:ext cx="731520" cy="73152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13" y="2571293"/>
            <a:ext cx="380390" cy="3803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395728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2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Bugs sutis copiados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59536" y="3246120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pode reproduzir erros comuns ou inseguros que viu no treino. Sem revisão, eles entram no seu app — e parecem corretos à primeira vista.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09360" y="2148840"/>
            <a:ext cx="5440680" cy="2788920"/>
          </a:xfrm>
          <a:prstGeom prst="roundRect">
            <a:avLst>
              <a:gd name="adj" fmla="val 3279"/>
            </a:avLst>
          </a:prstGeom>
          <a:solidFill>
            <a:srgbClr val="FFE0B2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01968" y="2395728"/>
            <a:ext cx="731520" cy="73152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7533" y="2571293"/>
            <a:ext cx="380390" cy="3803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98080" y="2395728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2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Segredos vazados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620256" y="3246120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houve casos de chaves e senhas expostas em código sugerido/copiado. Nunca publique segredos e sempre revise o que a IA inseriu antes do commit.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5120640"/>
            <a:ext cx="11109960" cy="868680"/>
          </a:xfrm>
          <a:prstGeom prst="roundRect">
            <a:avLst>
              <a:gd name="adj" fmla="val 10526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77240" y="527151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03" y="5407579"/>
            <a:ext cx="294803" cy="29480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5212080"/>
            <a:ext cx="9921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acelera, mas não assume a culpa: a revisão humana é obrigatória.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0" name="Text 1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3 · Aula 23 — Programação Assistida por IA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700430"/>
            <a:ext cx="427939" cy="4279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5029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Resumão da aula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35" y="1698955"/>
            <a:ext cx="213970" cy="2139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1527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Programar com IA é pair programming: você pilota, ela é a copiloto.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40080" y="2350008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" y="2448763"/>
            <a:ext cx="213970" cy="21397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22768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 é ótima no repetitivo; cuidado com regras de negócio e segurança.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640080" y="3099816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5" y="3198571"/>
            <a:ext cx="213970" cy="21397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34440" y="302666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Fluxo: objetivo → pedir → revisar → testar → commit.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640080" y="3849624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" y="3948379"/>
            <a:ext cx="213970" cy="21397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34440" y="3776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aceite código que você não entende — peça para a IA explicar.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640080" y="4599432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835" y="4698187"/>
            <a:ext cx="213970" cy="21397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34440" y="452628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Bons prompts dizem a stack, as regras e pedem testes junto.</a:t>
            </a:r>
            <a:endParaRPr lang="en-US" sz="1500" dirty="0"/>
          </a:p>
        </p:txBody>
      </p:sp>
      <p:sp>
        <p:nvSpPr>
          <p:cNvPr id="21" name="Shape 13"/>
          <p:cNvSpPr/>
          <p:nvPr/>
        </p:nvSpPr>
        <p:spPr>
          <a:xfrm>
            <a:off x="640080" y="534924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835" y="5447995"/>
            <a:ext cx="213970" cy="21397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234440" y="527608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Confiar cego gera bugs e vazamentos: revisão humana é obrigatória.</a:t>
            </a:r>
            <a:endParaRPr lang="en-US" sz="1500" dirty="0"/>
          </a:p>
        </p:txBody>
      </p:sp>
      <p:sp>
        <p:nvSpPr>
          <p:cNvPr id="24" name="Shape 1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5" name="Text 16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3 · Aula 23 — Programação Assistida por IA</a:t>
            </a:r>
            <a:endParaRPr lang="en-US" sz="900" dirty="0"/>
          </a:p>
        </p:txBody>
      </p:sp>
      <p:sp>
        <p:nvSpPr>
          <p:cNvPr id="26" name="Text 17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Glossário da aula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7" name="Text 4"/>
          <p:cNvSpPr/>
          <p:nvPr/>
        </p:nvSpPr>
        <p:spPr>
          <a:xfrm>
            <a:off x="704088" y="138988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programming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Programar em dupla (aqui, com a IA)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2212848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212848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704088" y="2231136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Copiloto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Assistente que sugere; você decide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2920" y="3054096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3054096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3" name="Text 10"/>
          <p:cNvSpPr/>
          <p:nvPr/>
        </p:nvSpPr>
        <p:spPr>
          <a:xfrm>
            <a:off x="704088" y="3072384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Boilerplate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Código repetitivo e padrão de 'casca'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02920" y="3895344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3895344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6" name="Text 13"/>
          <p:cNvSpPr/>
          <p:nvPr/>
        </p:nvSpPr>
        <p:spPr>
          <a:xfrm>
            <a:off x="704088" y="3913632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Conjunto de tecnologias usadas no projeto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02920" y="4736592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2920" y="4736592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9" name="Text 16"/>
          <p:cNvSpPr/>
          <p:nvPr/>
        </p:nvSpPr>
        <p:spPr>
          <a:xfrm>
            <a:off x="704088" y="4754880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Porta de acesso da API (ex.: POST /vagas)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63640" y="137160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63640" y="137160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2" name="Text 19"/>
          <p:cNvSpPr/>
          <p:nvPr/>
        </p:nvSpPr>
        <p:spPr>
          <a:xfrm>
            <a:off x="6464808" y="138988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negócio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Regra específica do funcionamento do app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263640" y="2212848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2212848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5" name="Text 22"/>
          <p:cNvSpPr/>
          <p:nvPr/>
        </p:nvSpPr>
        <p:spPr>
          <a:xfrm>
            <a:off x="6464808" y="2231136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borda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Situação extrema/incomum que pode quebrar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263640" y="3054096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263640" y="3054096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8" name="Text 25"/>
          <p:cNvSpPr/>
          <p:nvPr/>
        </p:nvSpPr>
        <p:spPr>
          <a:xfrm>
            <a:off x="6464808" y="3072384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Salvar uma mudança no versionamento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263640" y="3895344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263640" y="3895344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1" name="Text 28"/>
          <p:cNvSpPr/>
          <p:nvPr/>
        </p:nvSpPr>
        <p:spPr>
          <a:xfrm>
            <a:off x="6464808" y="3913632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Segredo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Senha, chave ou token que não pode vazar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263640" y="4736592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263640" y="4736592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4" name="Text 31"/>
          <p:cNvSpPr/>
          <p:nvPr/>
        </p:nvSpPr>
        <p:spPr>
          <a:xfrm>
            <a:off x="6464808" y="4754880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de código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Conferir o código antes de integrá-lo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6" name="Text 3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3 · Aula 23 — Programação Assistida por IA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Referências e para aprofundar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389888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Docs.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Boas práticas de programação assistida.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2066544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066544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084832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Martin, R. C.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Código Limpo — revisão e clareza valem mais com IA.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2761488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2761488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779776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 de IA.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Sempre revise o que a IA gera — você é responsável pelo resultado final.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2920" y="3456432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3456432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3474720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do curso: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app FreelaBairro — vagas de freelancer por bairro em Floripa e Jaraguá do Sul.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3 · Aula 23 — Programação Assistida por IA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Programação assistida por IA</dc:title>
  <dc:subject>PptxGenJS Presentation</dc:subject>
  <dc:creator>Douglas Adriano Queiroz</dc:creator>
  <cp:lastModifiedBy>Douglas Adriano Queiroz</cp:lastModifiedBy>
  <cp:revision>1</cp:revision>
  <dcterms:created xsi:type="dcterms:W3CDTF">2026-06-22T13:02:16Z</dcterms:created>
  <dcterms:modified xsi:type="dcterms:W3CDTF">2026-06-22T13:02:16Z</dcterms:modified>
</cp:coreProperties>
</file>