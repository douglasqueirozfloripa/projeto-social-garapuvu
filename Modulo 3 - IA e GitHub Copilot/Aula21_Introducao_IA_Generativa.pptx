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3 · AULA 21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21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Introdução à IA generativa (ChatGPT, Claude e outras)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é, como funciona por cima e como usar com responsabilidade.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generativa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é, afinal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e previsão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Gemini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conversar bem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Alucinação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IA inventa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Uso responsável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e checagem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21 — Introdução à IA Generativa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IA generativa?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CONCEITO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sistemas que CRIAM conteúdo novo (texto, código, imagem) a partir do que você pede.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Generativa = cria: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de uma calculadora, ela produz algo novo a cada vez.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linguagem treinados em enormes quantidades de texto.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pede em linguagem natural; ela responde.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'sabe' — prevê: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monta a resposta mais provável, não consulta uma verdade.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um aprendiz que leu milhões de livros e completa suas frases com o que parece mais provável vir a seguir. Muitas vezes acerta lindamente — mas, como qualquer aprendiz, às vezes 'chuta' com confiança.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cria texto provável — poderosa, mas não infalível.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21 — Introdução à IA Generativa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funciona, por cima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MISTÉRIO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precisa de matemática para usar bem — mas entender o básico evita armadilhas.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pedacinho de palavra. A IA lê e escreve token por token.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calcula o próximo token mais provável, repetidamente.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'lembra' só do que está na conversa atual (janela de contexto).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aprendeu padrões de muitos textos até certa data (corte de conhecimento).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teclado do celular que sugere a próxima palavra — só que muitíssimo mais inteligente e capaz de sugerir parágrafos e códigos inteiros.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prevê a próxima palavra com base em padrões — não tem 'verdade' embutida.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21 — Introdução à IA Generativa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principais ferramentas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PANORAMA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 (OpenAI)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de texto e código muito popular.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(Anthropic)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em texto longo, código e análise cuidadosa.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(Google)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ao ecossistema Google.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sugere código no VS Code (veremos na Aula 22).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editor de código mais usado do mundo.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Geradores de imagem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Midjourney, DALL·E e similares.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21 — Introdução à IA Generativa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Escrevendo bons prompts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é o pedido que você faz. Quanto mais claro o pedido, melhor a resposta.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contexto: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quem você é e para que serve a resposta.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 específico: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'liste 5 casos de teste para login' &gt; 'fale de testes'.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exemplos: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o formato que você quer de volta.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o pedido com base na resposta — é uma conversa.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pedir comida: 'quero algo gostoso' traz qualquer coisa; 'quero uma pizza grande de calabresa, sem cebola, massa fina' traz exatamente o que você imaginou. Prompt vago = resultado vago.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claro, com contexto e exemplo, é metade do resultado.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21 — Introdução à IA Generativa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a IA inventa (alucinação)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CUIDADO REAL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pode afirmar, com total confiança, coisas falsas. Confiar sem checar tem consequências sérias.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Advogados e processos falsos (2023)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Advogados usaram o ChatGPT para uma petição e ele 'citou' decisões judiciais que nunca existiram. Eles entregaram sem conferir e foram punidos pelo tribunal.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Privacidade e dados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Colar dados sensíveis (de clientes, senhas, código sigiloso) numa IA pública pode vazar informação. Trate o que você cola como se fosse publicado.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assistente, não fonte da verdade: sempre verifique e proteja dados sensíveis.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21 — Introdução à IA Generativa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cria conteúdo novo a partir do seu pedido.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baixo, ela prevê o próximo token mais provável — não 'sabe' a verdade.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Ferramentas: ChatGPT, Claude, Gemini, GitHub Copilot e geradores de imagem.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bom tem contexto, é específico, dá exemplos e itera.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Alucinação: a IA pode inventar com confiança — sempre verifique.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cole dados sensíveis em IA pública: trate como se fosse publicado.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21 — Introdução à IA Generativa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IA que cria conteúdo novo (texto, código, imagem)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Large Language Model — grande modelo de linguagem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Pedaço de palavra processado pela IA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pedido/instrução que você dá à IA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a IA considera na conversa atual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Alucinação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Quando a IA gera informação falsa com confiança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conhecimento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Data limite do que a IA aprendeu no treino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ChatGPT/Claude/Gemini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Assistentes de IA generativa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Assistente de IA que sugere código no editor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prompt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Arte de escrever bons pedidos para a IA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21 — Introdução à IA Generativa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Anthropic / Google.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Documentação oficial de ChatGPT, Claude e Gemini.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IA.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Sempre revise o que a IA gera — você é responsável pelo resultado final.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FreelaBairro — vagas de freelancer por bairro em Floripa e Jaraguá do Sul.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21 — Introdução à IA Generativa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IA generativa (ChatGPT, Claude e outras)</dc:title>
  <dc:subject>PptxGenJS Presentation</dc:subject>
  <dc:creator>Douglas Adriano Queiroz</dc:creator>
  <cp:lastModifiedBy>Douglas Adriano Queiroz</cp:lastModifiedBy>
  <cp:revision>1</cp:revision>
  <dcterms:created xsi:type="dcterms:W3CDTF">2026-06-22T13:02:16Z</dcterms:created>
  <dcterms:modified xsi:type="dcterms:W3CDTF">2026-06-22T13:02:16Z</dcterms:modified>
</cp:coreProperties>
</file>