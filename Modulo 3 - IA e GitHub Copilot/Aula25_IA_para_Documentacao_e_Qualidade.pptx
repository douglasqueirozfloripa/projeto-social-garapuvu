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· AULA 25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para documentação e qualidade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mais rápido e elevar a qualidade — sem abrir mão da revisão.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documentando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comentários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Relatórios de bug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Claros e completos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Changelog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Apoio na revisão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e checar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o app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Documentação: a tarefa que todo mundo adia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DOCUMENTANDO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tira o peso da documentação, transformando código e notas em textos claros.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o projeto, como instalar e como rodar.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 porquê de trechos do código.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 em texto: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cenários em documentação legível.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 usuário: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para quem vai usar o app.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ter um redator que acompanha a obra e escreve o manual da casa: onde fica o registro de água, como funciona o portão, o que fazer se faltar luz. Você revisa, mas não começa do zero.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tira a documentação do 'depois eu faço' e a deixa pronta para revisar.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a favor da qualidade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USOS EM QA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bem descrito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'não funciona' em passos, esperado × obtido e ambiente.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Resumir logs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 páginas de erro nos pontos que importam.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Changelog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 que mudou entre versões, em linguagem clara.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listas de verificação para revisões e releases.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Tradução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em outros idiomas para o time/cliente.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Dúvidas do projeto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'como roda o FreelaBairro?' lendo o repo.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bom relatório de bug com ajuda da 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COMUNICAÇÃO CLARA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mal descrito volta para você; bug bem descrito é corrigido rápido. A IA ajuda a estruturar.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objetivo: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'Vaga com valor negativo é salva sem erro'.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para reproduzir: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3 — qualquer um repete.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× obtido: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acontecer e o que aconteceu.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e evidência: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navegador, versão e print/vídeo.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diferença entre dizer ao mecânico 'o carro faz barulho' e 'há um clique ao virar à esquerda acima de 40 km/h'. Quanto melhor a descrição, mais rápido o conserto.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bem descrito economiza horas — a IA ajuda a não esquecer nada.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limites: revisão humana sempre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CUIDADOS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errada é pior que nenhuma: as pessoas confiam nela.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os fatos: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pode descrever algo que o código não faz.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vaze segredos: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senhas e dados sensíveis antes de pedir.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atualizado: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desatualizada engana — revise a cada mudança.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voz: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o tom para o seu público (cliente × time técnico).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manual da casa que diz 'o registro fica na cozinha', mas ele está na área. Quem confia no manual errado fecha o registro errado na emergência. Documento errado atrapalha mais do que ajuda.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só vale se for verdadeira e atual — revise sempre.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acelera README, comentários, manuais e casos de teste em texto.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na qualidade: relatórios de bug, resumo de logs e changelog.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relatório de bug: título, passos, esperado × obtido, ambiente e evidência.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vaze segredos e ajuste o tom para o público certo.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errada engana — revise os fatos e mantenha atualizada.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FreelaBairro, documentamos o app para virar portfólio.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Arquivo que explica e orienta o uso do projeto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Registro do que mudou entre versões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bug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Descrição estruturada de um defeito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Refazer os passos que causam o bug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× obtido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deveria acontecer × o que aconteceu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Registro de eventos/erros do sistema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Lista de verificações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Print, vídeo ou dado que comprova o bug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Versão entregue do software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Conferência de uma pessoa sobre o que a IA gerou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Boas práticas de documentação técnica.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Guias de uso responsável da IA.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IA.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Sempre revise o que a IA gera — você é responsável pelo resultado final.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25 — IA para Documentação e Qualidade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para documentação e qualidade</dc:title>
  <dc:subject>PptxGenJS Presentation</dc:subject>
  <dc:creator>Douglas Adriano Queiroz</dc:creator>
  <cp:lastModifiedBy>Douglas Adriano Queiroz</cp:lastModifiedBy>
  <cp:revision>1</cp:revision>
  <dcterms:created xsi:type="dcterms:W3CDTF">2026-06-22T12:29:47Z</dcterms:created>
  <dcterms:modified xsi:type="dcterms:W3CDTF">2026-06-22T12:29:47Z</dcterms:modified>
</cp:coreProperties>
</file>