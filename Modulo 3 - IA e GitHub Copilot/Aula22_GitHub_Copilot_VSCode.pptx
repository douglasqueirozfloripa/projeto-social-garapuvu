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3 · AULA 22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22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 no VS Code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com IA dentro do editor mais usado do mundo.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22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Code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editor mais usado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o Copilot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assistente de código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Recursos principais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Sugestão, chat e comandos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Instalar e ativar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+ conta GitHub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dia a dia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Aceitar, recusar, perguntar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Usar bem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Dicas e cuidados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22 — GitHub Copilot no VS Code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Code: o editor base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ONDE TUDO ACONTECE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Visual Studio Code (VS Code) é um editor de código gratuito e leve, o mais usado por desenvolvedores no mundo.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 e multiplataforma: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em Windows, Mac e Linux.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Extensões: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adiciona recursos conforme precisa (inclusive o Copilot).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com Git: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 o código sem sair do editor.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mercado: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dominar o VS Code já é um diferencial no currículo.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VS Code é a bancada de trabalho da oficina: vem com o essencial e você pendura nela as ferramentas (extensões) que usa. O Copilot é uma dessas ferramentas — a mais inteligente.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é a bancada; o Copilot é a ferramenta de IA que você acopla a ela.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22 — GitHub Copilot no VS Code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o GitHub Copilot?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assistente de IA da GitHub, integrado ao VS Code, que sugere e escreve código enquanto você trabalha.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 enquanto digita: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a linha ou o bloco inteiro com base no contexto.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 seu projeto: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os arquivos abertos para sugerir no contexto certo.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embutido: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'o que esse código faz?' ou 'crie um teste para isso'.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no comando: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com Tab ou ignora; nada entra sem a sua decisão.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ter um colega experiente ao seu lado o tempo todo: ele lê o que você está fazendo, sugere a próxima linha e tira dúvidas na hora — mas quem aperta 'salvar' é você.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= par de programação com IA dentro do seu editor.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22 — GitHub Copilot no VS Code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Recursos principais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ELE FAZ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Sugestão em linha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código fantasma à frente do cursor; Tab aceita.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08776" y="148132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64808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427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64808" y="244144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 Chat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64808" y="283464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 sobre o código: explicar, corrigir, gerar testes.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7588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" y="463600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Comandos /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4672" y="502920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/explain, /fix, /tests — atalhos para tarefas comuns.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08776" y="367588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64808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427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64808" y="463600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Gerar testes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64808" y="502920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 testes para uma função selecionada (útil na Aula 24).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9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22 — GitHub Copilot no VS Code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Instalar e ativar o Copilot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PRIMEIROS PASSOS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8895" y="1783080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904" y="19410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Code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Baixar e instalar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556662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821838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92094" y="1783080"/>
            <a:ext cx="658368" cy="65836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102" y="194108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13278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Extensão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931566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'GitHub Copilot'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829861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095037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65292" y="1783080"/>
            <a:ext cx="658368" cy="65836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300" y="1941088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86477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204765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com conta GitHub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103059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368235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38490" y="1783080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499" y="1941088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59675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Ativar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477963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Habilitar o Copilot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376258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9641434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311689" y="1783080"/>
            <a:ext cx="658368" cy="65836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697" y="1941088"/>
            <a:ext cx="342351" cy="34235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32874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Usar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9751162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Digitar e aceitar com Tab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548640" y="420624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 GitHub e planos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822960" y="4800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D3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Copilot exige login com uma conta GitHub e uma assinatura (há plano gratuito com limites e plano gratuito para estudantes via GitHub Education). Para o curso, basta a versão gratuita — o objetivo é aprender a trabalhar com IA no editor.</a:t>
            </a:r>
            <a:endParaRPr lang="en-US" sz="1350" dirty="0"/>
          </a:p>
        </p:txBody>
      </p:sp>
      <p:sp>
        <p:nvSpPr>
          <p:cNvPr id="36" name="Shap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7" name="Text 30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22 — GitHub Copilot no VS Code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Usando o Copilot com sabedoria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BOAS PRÁTICAS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 acelera muito — mas o julgamento continua sendo seu.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bons comentários: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a função antes; o Copilot sugere melhor com contexto.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antes de aceitar: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entenda o que ele escreveu — você é o responsável pelo código.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sempre: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sugerido também precisa de teste (Aula 24).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Git, qualquer sugestão ruim é fácil de desfazer.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usar GPS numa cidade nova: ajuda demais, mas se ele mandar entrar no rio, você não entra. O Copilot sugere o caminho; você decide se faz sentido.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 com os olhos abertos: leia, entenda e teste o que a IA gera.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22 — GitHub Copilot no VS Code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é o editor base, gratuito e o mais usado — extensível.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é a IA da GitHub integrada ao VS Code.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Recursos: sugestão em linha (Tab), Copilot Chat e comandos /.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Instalar: VS Code → extensão Copilot → login GitHub → ativar.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plano gratuito (e gratuito para estudantes via GitHub Education).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bom contexto, leia antes de aceitar e teste o que for gerado.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22 — GitHub Copilot no VS Code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Visual Studio Code — editor de código gratuito e mais usado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450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450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468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Assistente de IA da GitHub integrado ao editor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29184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29184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31012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Complemento que adiciona recursos ao VS Code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413308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413308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415137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 em linha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Código que o Copilot mostra à frente do cursor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97433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97433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99262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Chat de IA dentro do VS Code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/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Atalho do chat (ex.: /explain, /fix, /tests)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Tecla que aceita a sugestão do Copilot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Pedido/contexto que você dá à IA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Education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Programa com benefícios gratuitos para estudantes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736592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736592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754880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Integrated Development Environment — ambiente de desenvolvimento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22 — GitHub Copilot no VS Code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Docs.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Documentação oficial (docs.github.com/copilot).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Docs.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Editor base (code.visualstudio.com).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 IA.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Sempre revise o que a IA gera — você é responsável pelo resultado final.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56432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456432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74720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do curso: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 FreelaBairro — vagas de freelancer por bairro em Floripa e Jaraguá do Sul.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3 · Aula 22 — GitHub Copilot no VS Code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no VS Code</dc:title>
  <dc:subject>PptxGenJS Presentation</dc:subject>
  <dc:creator>Douglas Adriano Queiroz</dc:creator>
  <cp:lastModifiedBy>Douglas Adriano Queiroz</cp:lastModifiedBy>
  <cp:revision>1</cp:revision>
  <dcterms:created xsi:type="dcterms:W3CDTF">2026-06-22T13:02:16Z</dcterms:created>
  <dcterms:modified xsi:type="dcterms:W3CDTF">2026-06-22T13:02:16Z</dcterms:modified>
</cp:coreProperties>
</file>