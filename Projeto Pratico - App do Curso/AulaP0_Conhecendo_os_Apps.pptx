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PROJETO PRÁTICO · APPS DO CURSO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2724912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Prática 0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Conhecendo os apps que vamos testar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e JavaScript na prática — dois apps reais do curso.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PRÁTICA 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HTML, CSS e JS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pilares da web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1: Garapuvu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+ Firebase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2: Copa 2026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simulador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Pirâmide de testes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Unitário, integração, E2E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testar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dos tipos de teste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Primeiros casos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testar já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Projeto Prático · Apps do Curso — Conhecendo os Apps (HTML/CSS/JS)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3 pilares da web: HTML, CSS e JS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página web nasce de três tecnologias — cada uma com um papel.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a estrutura: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conteúdo (títulos, textos, botões, tabelas, seções).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a aparência: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cores, fontes, espaçamento e layout responsivo.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o comportamento: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ao clicar, digitar um placar ou os dados mudarem.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+ estilo + interação = a experiência que o usuário vê.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é a estrutura (paredes e cômodos); CSS é o acabamento (pintura e decoração); JavaScript é a parte elétrica (o que acende e reage quando você aperta um interruptor). Sem estrutura não há casa; sem acabamento ela é crua; sem instalações, nada funciona.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estrutura, CSS embeleza, JS dá vida. Testamos os três.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Projeto Prático · Apps do Curso — Conhecendo os Apps (HTML/CSS/JS)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73736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206654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91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Landing do Projeto Garapuvu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1: a landing do Garapuvu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+ FIREBASE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página única que apresenta o projeto e leva o visitante à inscrição.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(JS moderno) e Firebase para dados em tempo real.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Seções: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hero/CTA, números, módulos (accordion), objetivos, marcos e rodapé.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visitantes: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guarda o total (campo count), soma +1 por navegador e atualiza a tela em tempo real (onSnapshot).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'Inscrever' abre o WhatsApp com a mensagem pronta.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vitrine do projeto: precisa estar sempre no ar, bonita em qualquer tela e levando o cliente para dentro da loja (a inscrição). O contador é como uma plaquinha na porta que registra cada visitante novo, com o total guardado num caderno na nuvem.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conteúdo, interação e dados em nuvem — ótimo para vários tipos de teste.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Projeto Prático · Apps do Curso — Conhecendo os Apps (HTML/CSS/JS)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73736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206654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91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da Copa 2026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2: o app de resultados da Copa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ÚNICO + JS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app que mostra grupos, jogos e mata-mata da Copa, com placar editável e simulação.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um arquivo: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JS juntos (copa-2026.html) — fácil de abrir e estudar.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edita os placares: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classificação, o ranking e o mata-mata se recalculam na hora.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no navegador: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localStorage — fecha e abre, e seus placares continuam lá.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idioma (pt/en), tema claro/escuro e um 'studio' para testar larguras de tela.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uma planilha de bolão inteligente: você digita os placares e ela já calcula quem se classifica, quem cai e quem enfrenta quem no mata-mata — guardando tudo automaticamente.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MUITA regra de negócio (classificação, desempate, chaveamento) — prato cheio para testar.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Projeto Prático · Apps do Curso — Conhecendo os Apps (HTML/CSS/JS)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Anatomia do app da Copa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TELAS (VIEWS)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Grupos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dos 48 times, com líderes, vices e repescagem.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Jogos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72 jogos da fase de grupos, com placar editável.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Mata-mata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Chaveamento (bracket) até a final e o 3º lugar.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Ranking e Stats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geral e estatísticas.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Idioma e tema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Português/Inglês e modo claro/escuro.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Studio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Pré-visualiza a tela em várias larguras (375, 768, 1280...).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Projeto Prático · Apps do Curso — Conhecendo os Apps (HTML/CSS/JS)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pirâmide de testes — na vida real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APP DA COPA JÁ TEM TESTES!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da Copa já vem com testes automatizados nos três níveis (lembra a Aula 9?).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— Unitários (rápidos, sem navegador):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pura: pontos, saldo, critérios de desempate, os 8 melhores terceiros, chaveamento oficial da FIFA.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— Integração (jsdom):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sem navegador real: classificação, simulador, toast, troca de idioma e fuso.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 — E2E (Playwright, navegador real):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 os placares, confere a tabela, valida a persistência e simula o mata-mata até a final.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isso é ouro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raro um iniciante ver a pirâmide de testes funcionando de verdade. Aqui você roda os três níveis com um comando e vê, na prática, por que se faz muitos testes rápidos na base e poucos E2E no topo.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unitários (rápidos) + alguns de integração + poucos E2E = rápido e confiável.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Projeto Prático · Apps do Curso — Conhecendo os Apps (HTML/CSS/JS)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os testes do app da Copa conferem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EXEMPLOS REAIS DE ASSERÇÃO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53768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208544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certa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linhas na tabela de grupos; 12 líderes, 12 vices e 8 terceiros na repescagem.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9944" y="1953768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208544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Todos os jogos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77456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144 campos de placar (72 jogos × 2) existem e aceitam valores.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630168"/>
            <a:ext cx="548640" cy="54864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76184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Persistência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recarregar a página, os placares digitados continuam salvos.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08776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9944" y="3630168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18" y="376184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77456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Simulador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77456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simular o mata-mata, o campeão aparece na tela ao final.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306568"/>
            <a:ext cx="548640" cy="54864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543824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Desempate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17320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na ordem certa: pontos → saldo → gols pró → alfabética.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08776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9944" y="5306568"/>
            <a:ext cx="548640" cy="54864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618" y="5438242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77456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Idiomas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77456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 idioma muda os textos (e trata até escrita da direita p/ esquerda).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Projeto Prático · Apps do Curso — Conhecendo os Apps (HTML/CSS/JS)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cada tipo de teste se aplica nos dois apps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MAPA DO CURSO → APPS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53768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208544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 (Aula 11)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320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Garapuvu: contador e CTA. Copa: placar recalcula a classificação certo?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9944" y="1953768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208544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6093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 / cross-browser (Aula 15)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77456" y="19385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páginas ficam bem no celular e em vários navegadores? (a Copa tem até um 'studio' de larguras).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630168"/>
            <a:ext cx="548640" cy="54864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376184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Usabilidade e acessibilidade (Aulas 6 e 16)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17320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por teclado, contraste, tema claro/escuro e idioma.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08776" y="31577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9944" y="3630168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18" y="376184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77456" y="32857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 / API (Aulas 14 e B1)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77456" y="36149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Garapuvu: contador no Firestore. Copa: estado salvo no localStorage.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306568"/>
            <a:ext cx="548640" cy="54864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5438242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Automação E2E (Aula 13)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17320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pronta na Copa (Playwright); vamos fazer o mesmo para a Garapuvu.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08776" y="4834128"/>
            <a:ext cx="5431536" cy="149352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9944" y="5306568"/>
            <a:ext cx="548640" cy="54864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618" y="5438242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77456" y="4962144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estático (Aula 3)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77456" y="5291328"/>
            <a:ext cx="4425696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 código dos dois apps: regras, validações e tratamento de erros.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Projeto Prático · Apps do Curso — Conhecendo os Apps (HTML/CSS/JS)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Nossos primeiros casos de teste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MÃO NA MASSA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Escritos no formato Dado-Quando-Então, um para cada app: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Garapuvu — contador: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um navegador novo, Quando abro a página, Então o total aumenta em 1 (e não muda ao recarregar).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Garapuvu — inscrição: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clico em 'Inscrever', Então abre o WhatsApp com a mensagem certa.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 — classificação: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um grupo com placares preenchidos, Quando confiro a tabela, Então a ordem segue os critérios de desempate.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 — persistência: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recarrego a página, Então os placares que digitei continuam lá.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 para a prática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vira um teste manual agora e um teste automatizado depois. Os mesmos dois apps nos acompanham do primeiro caso de teste até a automação E2E — exatamente como no mercado.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apps reais + casos claros = aprendizado que vale para o currículo.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Projeto Prático · Apps do Curso — Conhecendo os Apps (HTML/CSS/JS)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estrutura, CSS estiliza e JavaScript dá comportamento à página.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1 (Garapuvu): landing React + Firebase, com contador em tempo real.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2 (Copa 2026): HTML único com regras de negócio ricas e dados em localStorage.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da Copa já traz a pirâmide de testes: unitários, integração (jsdom) e E2E (Playwright).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todo tipo de teste do curso se aplica a um dos dois apps — veja o mapa.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Começamos com casos simples e os mesmos apps nos levam até a automação.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Projeto Prático · Apps do Curso — Conhecendo os Apps (HTML/CSS/JS)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HyperText Markup Language — estrutura/conteúdo da página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450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450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468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Cascading Style Sheets — aparência e layout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29184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29184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31012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(JS)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Linguagem que dá comportamento à página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4133088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133088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4151376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Vite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Biblioteca e ferramenta para construir e rodar apps JS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521208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521208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523036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Firestore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Plataforma e banco em tempo real do Google (App 1)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Memória do navegador que guarda dados simples (App 2)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450592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450592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468880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unitário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Testa uma peça de lógica isolada (ex.: cálculo de pontos)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529584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529584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547872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jsdom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Simula o navegador no Node para testes de integração rápidos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460857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460857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462686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Ferramenta de automação E2E em navegador real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544982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544982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546811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Chaveamento do mata-mata (quem enfrenta quem)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Projeto Prático · Apps do Curso — Conhecendo os Apps (HTML/CSS/JS)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Referência de HTML, CSS e JavaScript — developer.mozilla.org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1 — Garapuvu.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React + Vite + Firebase (pasta do projeto, src/).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2 — Copa 2026.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copa-2026.html + pasta testes/ (Playwright, jsdom e unitários).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relacionadas: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 (pirâmide), 11 (funcional), 13 (E2E), 14 (API), 15 (layout), 6 e 16 (UX), B1 (SQL/dados).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Projeto Prático · Apps do Curso — Conhecendo os Apps (HTML/CSS/JS)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Conhecendo os apps que vamos testar</dc:title>
  <dc:subject>PptxGenJS Presentation</dc:subject>
  <dc:creator>Douglas Adriano Queiroz</dc:creator>
  <cp:lastModifiedBy>Douglas Adriano Queiroz</cp:lastModifiedBy>
  <cp:revision>1</cp:revision>
  <dcterms:created xsi:type="dcterms:W3CDTF">2026-06-22T17:54:39Z</dcterms:created>
  <dcterms:modified xsi:type="dcterms:W3CDTF">2026-06-22T17:54:39Z</dcterms:modified>
</cp:coreProperties>
</file>